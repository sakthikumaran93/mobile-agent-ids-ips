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7" r:id="rId3"/>
    <p:sldId id="258" r:id="rId4"/>
    <p:sldId id="260" r:id="rId5"/>
    <p:sldId id="292" r:id="rId6"/>
    <p:sldId id="262" r:id="rId7"/>
    <p:sldId id="268" r:id="rId8"/>
    <p:sldId id="263" r:id="rId9"/>
    <p:sldId id="264" r:id="rId10"/>
    <p:sldId id="275" r:id="rId11"/>
    <p:sldId id="276" r:id="rId12"/>
    <p:sldId id="289" r:id="rId13"/>
    <p:sldId id="291" r:id="rId14"/>
    <p:sldId id="267" r:id="rId15"/>
    <p:sldId id="293" r:id="rId16"/>
    <p:sldId id="294" r:id="rId17"/>
    <p:sldId id="282" r:id="rId18"/>
    <p:sldId id="283" r:id="rId19"/>
    <p:sldId id="284" r:id="rId20"/>
    <p:sldId id="286" r:id="rId21"/>
    <p:sldId id="287" r:id="rId22"/>
    <p:sldId id="271" r:id="rId23"/>
    <p:sldId id="295" r:id="rId24"/>
    <p:sldId id="288" r:id="rId25"/>
    <p:sldId id="274"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1116"/>
    <a:srgbClr val="4169E1"/>
    <a:srgbClr val="0000FF"/>
    <a:srgbClr val="EA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C30377-F05F-4DE6-97CC-47F84649FBA0}" v="19" dt="2026-05-04T06:56:58.6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4660"/>
  </p:normalViewPr>
  <p:slideViewPr>
    <p:cSldViewPr snapToGrid="0">
      <p:cViewPr>
        <p:scale>
          <a:sx n="60" d="100"/>
          <a:sy n="60" d="100"/>
        </p:scale>
        <p:origin x="109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kthi Kumaran.N" userId="4c7651723f24e7a0" providerId="LiveId" clId="{6895B52E-19D4-4CD2-B97D-E0281421C178}"/>
    <pc:docChg chg="undo redo custSel addSld delSld modSld sldOrd">
      <pc:chgData name="Sakthi Kumaran.N" userId="4c7651723f24e7a0" providerId="LiveId" clId="{6895B52E-19D4-4CD2-B97D-E0281421C178}" dt="2026-05-04T07:04:19.249" v="3622" actId="20577"/>
      <pc:docMkLst>
        <pc:docMk/>
      </pc:docMkLst>
      <pc:sldChg chg="addSp delSp modSp mod">
        <pc:chgData name="Sakthi Kumaran.N" userId="4c7651723f24e7a0" providerId="LiveId" clId="{6895B52E-19D4-4CD2-B97D-E0281421C178}" dt="2026-05-04T07:04:19.249" v="3622" actId="20577"/>
        <pc:sldMkLst>
          <pc:docMk/>
          <pc:sldMk cId="77435799" sldId="256"/>
        </pc:sldMkLst>
        <pc:spChg chg="mod">
          <ac:chgData name="Sakthi Kumaran.N" userId="4c7651723f24e7a0" providerId="LiveId" clId="{6895B52E-19D4-4CD2-B97D-E0281421C178}" dt="2026-05-04T06:53:00.320" v="3415" actId="207"/>
          <ac:spMkLst>
            <pc:docMk/>
            <pc:sldMk cId="77435799" sldId="256"/>
            <ac:spMk id="5" creationId="{8766DE53-33EB-E0CC-2016-B0144AFB1B64}"/>
          </ac:spMkLst>
        </pc:spChg>
        <pc:spChg chg="mod">
          <ac:chgData name="Sakthi Kumaran.N" userId="4c7651723f24e7a0" providerId="LiveId" clId="{6895B52E-19D4-4CD2-B97D-E0281421C178}" dt="2026-05-04T07:03:45.635" v="3597" actId="1076"/>
          <ac:spMkLst>
            <pc:docMk/>
            <pc:sldMk cId="77435799" sldId="256"/>
            <ac:spMk id="7" creationId="{4924609C-41CC-999A-8FFC-71353E1A23F6}"/>
          </ac:spMkLst>
        </pc:spChg>
        <pc:spChg chg="mod">
          <ac:chgData name="Sakthi Kumaran.N" userId="4c7651723f24e7a0" providerId="LiveId" clId="{6895B52E-19D4-4CD2-B97D-E0281421C178}" dt="2026-05-04T07:04:10.675" v="3615" actId="20577"/>
          <ac:spMkLst>
            <pc:docMk/>
            <pc:sldMk cId="77435799" sldId="256"/>
            <ac:spMk id="9" creationId="{0981CD27-6DEE-EEB3-04C3-3F0AEF4E5F99}"/>
          </ac:spMkLst>
        </pc:spChg>
        <pc:spChg chg="mod">
          <ac:chgData name="Sakthi Kumaran.N" userId="4c7651723f24e7a0" providerId="LiveId" clId="{6895B52E-19D4-4CD2-B97D-E0281421C178}" dt="2026-05-04T07:04:19.249" v="3622" actId="20577"/>
          <ac:spMkLst>
            <pc:docMk/>
            <pc:sldMk cId="77435799" sldId="256"/>
            <ac:spMk id="11" creationId="{148FCB1C-483D-BF3D-13EF-0C3BC17E1678}"/>
          </ac:spMkLst>
        </pc:spChg>
        <pc:picChg chg="add mod">
          <ac:chgData name="Sakthi Kumaran.N" userId="4c7651723f24e7a0" providerId="LiveId" clId="{6895B52E-19D4-4CD2-B97D-E0281421C178}" dt="2026-05-04T06:52:26.848" v="3414" actId="1076"/>
          <ac:picMkLst>
            <pc:docMk/>
            <pc:sldMk cId="77435799" sldId="256"/>
            <ac:picMk id="3" creationId="{91EDF1EF-4CC3-EA9A-9995-E3E796AFD001}"/>
          </ac:picMkLst>
        </pc:picChg>
        <pc:picChg chg="del mod">
          <ac:chgData name="Sakthi Kumaran.N" userId="4c7651723f24e7a0" providerId="LiveId" clId="{6895B52E-19D4-4CD2-B97D-E0281421C178}" dt="2026-05-04T06:52:05.026" v="3410" actId="478"/>
          <ac:picMkLst>
            <pc:docMk/>
            <pc:sldMk cId="77435799" sldId="256"/>
            <ac:picMk id="4" creationId="{8C7A58C6-F2EF-4360-7004-2CF61A70852B}"/>
          </ac:picMkLst>
        </pc:picChg>
      </pc:sldChg>
      <pc:sldChg chg="modSp mod">
        <pc:chgData name="Sakthi Kumaran.N" userId="4c7651723f24e7a0" providerId="LiveId" clId="{6895B52E-19D4-4CD2-B97D-E0281421C178}" dt="2026-05-04T06:53:43.453" v="3422" actId="1076"/>
        <pc:sldMkLst>
          <pc:docMk/>
          <pc:sldMk cId="1650362949" sldId="257"/>
        </pc:sldMkLst>
        <pc:spChg chg="mod">
          <ac:chgData name="Sakthi Kumaran.N" userId="4c7651723f24e7a0" providerId="LiveId" clId="{6895B52E-19D4-4CD2-B97D-E0281421C178}" dt="2026-05-04T06:06:52.077" v="3324" actId="113"/>
          <ac:spMkLst>
            <pc:docMk/>
            <pc:sldMk cId="1650362949" sldId="257"/>
            <ac:spMk id="2" creationId="{CE017311-3FA4-4860-486C-DC329758454E}"/>
          </ac:spMkLst>
        </pc:spChg>
        <pc:spChg chg="mod">
          <ac:chgData name="Sakthi Kumaran.N" userId="4c7651723f24e7a0" providerId="LiveId" clId="{6895B52E-19D4-4CD2-B97D-E0281421C178}" dt="2026-05-04T06:53:43.453" v="3422" actId="1076"/>
          <ac:spMkLst>
            <pc:docMk/>
            <pc:sldMk cId="1650362949" sldId="257"/>
            <ac:spMk id="4" creationId="{102D97E0-3D86-1FBF-55DD-FC90D1DFAB95}"/>
          </ac:spMkLst>
        </pc:spChg>
      </pc:sldChg>
      <pc:sldChg chg="modSp mod">
        <pc:chgData name="Sakthi Kumaran.N" userId="4c7651723f24e7a0" providerId="LiveId" clId="{6895B52E-19D4-4CD2-B97D-E0281421C178}" dt="2026-05-04T06:01:51.575" v="3319" actId="113"/>
        <pc:sldMkLst>
          <pc:docMk/>
          <pc:sldMk cId="3117670707" sldId="258"/>
        </pc:sldMkLst>
        <pc:spChg chg="mod">
          <ac:chgData name="Sakthi Kumaran.N" userId="4c7651723f24e7a0" providerId="LiveId" clId="{6895B52E-19D4-4CD2-B97D-E0281421C178}" dt="2026-05-04T06:01:51.575" v="3319" actId="113"/>
          <ac:spMkLst>
            <pc:docMk/>
            <pc:sldMk cId="3117670707" sldId="258"/>
            <ac:spMk id="2" creationId="{AFFD4873-114F-5969-2E33-5D2AD4000121}"/>
          </ac:spMkLst>
        </pc:spChg>
        <pc:spChg chg="mod">
          <ac:chgData name="Sakthi Kumaran.N" userId="4c7651723f24e7a0" providerId="LiveId" clId="{6895B52E-19D4-4CD2-B97D-E0281421C178}" dt="2026-05-04T06:01:45.924" v="3318" actId="1076"/>
          <ac:spMkLst>
            <pc:docMk/>
            <pc:sldMk cId="3117670707" sldId="258"/>
            <ac:spMk id="3" creationId="{2E3B10D8-1285-B842-AA68-8142E3828BB1}"/>
          </ac:spMkLst>
        </pc:spChg>
      </pc:sldChg>
      <pc:sldChg chg="addSp delSp modSp mod">
        <pc:chgData name="Sakthi Kumaran.N" userId="4c7651723f24e7a0" providerId="LiveId" clId="{6895B52E-19D4-4CD2-B97D-E0281421C178}" dt="2026-05-04T06:13:00.653" v="3376" actId="113"/>
        <pc:sldMkLst>
          <pc:docMk/>
          <pc:sldMk cId="2325899543" sldId="260"/>
        </pc:sldMkLst>
        <pc:spChg chg="add mod">
          <ac:chgData name="Sakthi Kumaran.N" userId="4c7651723f24e7a0" providerId="LiveId" clId="{6895B52E-19D4-4CD2-B97D-E0281421C178}" dt="2026-05-04T06:13:00.653" v="3376" actId="113"/>
          <ac:spMkLst>
            <pc:docMk/>
            <pc:sldMk cId="2325899543" sldId="260"/>
            <ac:spMk id="9" creationId="{6FE1EE3D-4909-3C1F-861E-5DEBE75B268C}"/>
          </ac:spMkLst>
        </pc:spChg>
        <pc:graphicFrameChg chg="add mod modGraphic">
          <ac:chgData name="Sakthi Kumaran.N" userId="4c7651723f24e7a0" providerId="LiveId" clId="{6895B52E-19D4-4CD2-B97D-E0281421C178}" dt="2026-04-04T07:52:53.998" v="2873" actId="20577"/>
          <ac:graphicFrameMkLst>
            <pc:docMk/>
            <pc:sldMk cId="2325899543" sldId="260"/>
            <ac:graphicFrameMk id="8" creationId="{D98C3A37-9484-74D2-6978-FA06D75970D4}"/>
          </ac:graphicFrameMkLst>
        </pc:graphicFrameChg>
      </pc:sldChg>
      <pc:sldChg chg="addSp delSp modSp mod ord">
        <pc:chgData name="Sakthi Kumaran.N" userId="4c7651723f24e7a0" providerId="LiveId" clId="{6895B52E-19D4-4CD2-B97D-E0281421C178}" dt="2026-05-04T06:59:32.426" v="3596" actId="113"/>
        <pc:sldMkLst>
          <pc:docMk/>
          <pc:sldMk cId="3499501140" sldId="262"/>
        </pc:sldMkLst>
        <pc:spChg chg="mod">
          <ac:chgData name="Sakthi Kumaran.N" userId="4c7651723f24e7a0" providerId="LiveId" clId="{6895B52E-19D4-4CD2-B97D-E0281421C178}" dt="2026-05-04T06:59:32.426" v="3596" actId="113"/>
          <ac:spMkLst>
            <pc:docMk/>
            <pc:sldMk cId="3499501140" sldId="262"/>
            <ac:spMk id="3" creationId="{6FACE44F-6587-EE0D-A17E-54CDE192A9A7}"/>
          </ac:spMkLst>
        </pc:spChg>
        <pc:spChg chg="mod">
          <ac:chgData name="Sakthi Kumaran.N" userId="4c7651723f24e7a0" providerId="LiveId" clId="{6895B52E-19D4-4CD2-B97D-E0281421C178}" dt="2026-05-04T06:05:10.550" v="3322" actId="113"/>
          <ac:spMkLst>
            <pc:docMk/>
            <pc:sldMk cId="3499501140" sldId="262"/>
            <ac:spMk id="9" creationId="{07DBE36E-33B6-99CE-D074-160D77493561}"/>
          </ac:spMkLst>
        </pc:spChg>
      </pc:sldChg>
      <pc:sldChg chg="addSp delSp modSp mod ord">
        <pc:chgData name="Sakthi Kumaran.N" userId="4c7651723f24e7a0" providerId="LiveId" clId="{6895B52E-19D4-4CD2-B97D-E0281421C178}" dt="2026-05-04T06:41:54.353" v="3401" actId="1076"/>
        <pc:sldMkLst>
          <pc:docMk/>
          <pc:sldMk cId="781474373" sldId="263"/>
        </pc:sldMkLst>
        <pc:spChg chg="mod">
          <ac:chgData name="Sakthi Kumaran.N" userId="4c7651723f24e7a0" providerId="LiveId" clId="{6895B52E-19D4-4CD2-B97D-E0281421C178}" dt="2026-05-04T06:41:49.667" v="3400" actId="1076"/>
          <ac:spMkLst>
            <pc:docMk/>
            <pc:sldMk cId="781474373" sldId="263"/>
            <ac:spMk id="2" creationId="{598A0A8F-A3D0-2274-6B2B-7B630DACDFE2}"/>
          </ac:spMkLst>
        </pc:spChg>
        <pc:spChg chg="mod">
          <ac:chgData name="Sakthi Kumaran.N" userId="4c7651723f24e7a0" providerId="LiveId" clId="{6895B52E-19D4-4CD2-B97D-E0281421C178}" dt="2026-05-04T06:41:54.353" v="3401" actId="1076"/>
          <ac:spMkLst>
            <pc:docMk/>
            <pc:sldMk cId="781474373" sldId="263"/>
            <ac:spMk id="3" creationId="{668DB8F9-DB32-30D1-4483-4E7C493DF70C}"/>
          </ac:spMkLst>
        </pc:spChg>
      </pc:sldChg>
      <pc:sldChg chg="addSp delSp modSp mod">
        <pc:chgData name="Sakthi Kumaran.N" userId="4c7651723f24e7a0" providerId="LiveId" clId="{6895B52E-19D4-4CD2-B97D-E0281421C178}" dt="2026-05-04T06:12:33.442" v="3370" actId="113"/>
        <pc:sldMkLst>
          <pc:docMk/>
          <pc:sldMk cId="3271425157" sldId="264"/>
        </pc:sldMkLst>
        <pc:spChg chg="mod">
          <ac:chgData name="Sakthi Kumaran.N" userId="4c7651723f24e7a0" providerId="LiveId" clId="{6895B52E-19D4-4CD2-B97D-E0281421C178}" dt="2026-05-04T06:12:33.442" v="3370" actId="113"/>
          <ac:spMkLst>
            <pc:docMk/>
            <pc:sldMk cId="3271425157" sldId="264"/>
            <ac:spMk id="3" creationId="{34BAB8CA-D140-32B2-9BC7-3314B57D2EC6}"/>
          </ac:spMkLst>
        </pc:spChg>
        <pc:picChg chg="add mod">
          <ac:chgData name="Sakthi Kumaran.N" userId="4c7651723f24e7a0" providerId="LiveId" clId="{6895B52E-19D4-4CD2-B97D-E0281421C178}" dt="2026-04-04T16:40:07.492" v="3290" actId="14100"/>
          <ac:picMkLst>
            <pc:docMk/>
            <pc:sldMk cId="3271425157" sldId="264"/>
            <ac:picMk id="12" creationId="{C37A0E44-9DA3-A846-0E8B-B37546A2E61B}"/>
          </ac:picMkLst>
        </pc:picChg>
      </pc:sldChg>
      <pc:sldChg chg="addSp delSp modSp mod ord">
        <pc:chgData name="Sakthi Kumaran.N" userId="4c7651723f24e7a0" providerId="LiveId" clId="{6895B52E-19D4-4CD2-B97D-E0281421C178}" dt="2026-05-04T06:54:06.167" v="3425" actId="1076"/>
        <pc:sldMkLst>
          <pc:docMk/>
          <pc:sldMk cId="1807519387" sldId="267"/>
        </pc:sldMkLst>
        <pc:spChg chg="add mod">
          <ac:chgData name="Sakthi Kumaran.N" userId="4c7651723f24e7a0" providerId="LiveId" clId="{6895B52E-19D4-4CD2-B97D-E0281421C178}" dt="2026-05-04T06:11:37.442" v="3359" actId="113"/>
          <ac:spMkLst>
            <pc:docMk/>
            <pc:sldMk cId="1807519387" sldId="267"/>
            <ac:spMk id="2" creationId="{A03E7965-20DA-7AA5-0793-8754BBFCDBA4}"/>
          </ac:spMkLst>
        </pc:spChg>
        <pc:spChg chg="add del mod">
          <ac:chgData name="Sakthi Kumaran.N" userId="4c7651723f24e7a0" providerId="LiveId" clId="{6895B52E-19D4-4CD2-B97D-E0281421C178}" dt="2026-05-04T06:54:06.167" v="3425" actId="1076"/>
          <ac:spMkLst>
            <pc:docMk/>
            <pc:sldMk cId="1807519387" sldId="267"/>
            <ac:spMk id="8" creationId="{5FDD5DAA-5133-6E2A-7CE3-398E71AE691E}"/>
          </ac:spMkLst>
        </pc:spChg>
      </pc:sldChg>
      <pc:sldChg chg="addSp delSp modSp mod ord">
        <pc:chgData name="Sakthi Kumaran.N" userId="4c7651723f24e7a0" providerId="LiveId" clId="{6895B52E-19D4-4CD2-B97D-E0281421C178}" dt="2026-05-04T06:41:01.194" v="3396" actId="1076"/>
        <pc:sldMkLst>
          <pc:docMk/>
          <pc:sldMk cId="2808163903" sldId="268"/>
        </pc:sldMkLst>
        <pc:spChg chg="mod">
          <ac:chgData name="Sakthi Kumaran.N" userId="4c7651723f24e7a0" providerId="LiveId" clId="{6895B52E-19D4-4CD2-B97D-E0281421C178}" dt="2026-05-04T06:12:43.301" v="3372" actId="113"/>
          <ac:spMkLst>
            <pc:docMk/>
            <pc:sldMk cId="2808163903" sldId="268"/>
            <ac:spMk id="2" creationId="{D12B7F6D-28FF-942A-F9C2-A125FA58E788}"/>
          </ac:spMkLst>
        </pc:spChg>
        <pc:spChg chg="add mod">
          <ac:chgData name="Sakthi Kumaran.N" userId="4c7651723f24e7a0" providerId="LiveId" clId="{6895B52E-19D4-4CD2-B97D-E0281421C178}" dt="2026-05-04T06:41:01.194" v="3396" actId="1076"/>
          <ac:spMkLst>
            <pc:docMk/>
            <pc:sldMk cId="2808163903" sldId="268"/>
            <ac:spMk id="14" creationId="{20D1C021-1C3E-1F27-7314-A6175A6937F4}"/>
          </ac:spMkLst>
        </pc:spChg>
      </pc:sldChg>
      <pc:sldChg chg="addSp delSp modSp mod">
        <pc:chgData name="Sakthi Kumaran.N" userId="4c7651723f24e7a0" providerId="LiveId" clId="{6895B52E-19D4-4CD2-B97D-E0281421C178}" dt="2026-05-04T06:58:38.751" v="3595" actId="1076"/>
        <pc:sldMkLst>
          <pc:docMk/>
          <pc:sldMk cId="891762743" sldId="271"/>
        </pc:sldMkLst>
        <pc:spChg chg="mod">
          <ac:chgData name="Sakthi Kumaran.N" userId="4c7651723f24e7a0" providerId="LiveId" clId="{6895B52E-19D4-4CD2-B97D-E0281421C178}" dt="2026-05-04T06:58:38.751" v="3595" actId="1076"/>
          <ac:spMkLst>
            <pc:docMk/>
            <pc:sldMk cId="891762743" sldId="271"/>
            <ac:spMk id="2" creationId="{9A59D0EB-C096-AD63-E89E-9C415E2BA3E4}"/>
          </ac:spMkLst>
        </pc:spChg>
        <pc:spChg chg="mod">
          <ac:chgData name="Sakthi Kumaran.N" userId="4c7651723f24e7a0" providerId="LiveId" clId="{6895B52E-19D4-4CD2-B97D-E0281421C178}" dt="2026-05-04T06:09:35.810" v="3334" actId="20577"/>
          <ac:spMkLst>
            <pc:docMk/>
            <pc:sldMk cId="891762743" sldId="271"/>
            <ac:spMk id="4" creationId="{0D5BFF0F-095D-77AC-9953-111B3973DCD1}"/>
          </ac:spMkLst>
        </pc:spChg>
      </pc:sldChg>
      <pc:sldChg chg="modSp mod">
        <pc:chgData name="Sakthi Kumaran.N" userId="4c7651723f24e7a0" providerId="LiveId" clId="{6895B52E-19D4-4CD2-B97D-E0281421C178}" dt="2026-05-04T06:58:06.945" v="3593" actId="1076"/>
        <pc:sldMkLst>
          <pc:docMk/>
          <pc:sldMk cId="833639987" sldId="274"/>
        </pc:sldMkLst>
        <pc:spChg chg="mod">
          <ac:chgData name="Sakthi Kumaran.N" userId="4c7651723f24e7a0" providerId="LiveId" clId="{6895B52E-19D4-4CD2-B97D-E0281421C178}" dt="2026-05-04T06:58:06.945" v="3593" actId="1076"/>
          <ac:spMkLst>
            <pc:docMk/>
            <pc:sldMk cId="833639987" sldId="274"/>
            <ac:spMk id="2" creationId="{2EDFEA11-B103-0EEA-AF98-B8EEAA1D4357}"/>
          </ac:spMkLst>
        </pc:spChg>
      </pc:sldChg>
      <pc:sldChg chg="addSp delSp modSp new mod">
        <pc:chgData name="Sakthi Kumaran.N" userId="4c7651723f24e7a0" providerId="LiveId" clId="{6895B52E-19D4-4CD2-B97D-E0281421C178}" dt="2026-05-04T06:12:27.397" v="3368" actId="113"/>
        <pc:sldMkLst>
          <pc:docMk/>
          <pc:sldMk cId="2242168810" sldId="275"/>
        </pc:sldMkLst>
        <pc:spChg chg="add mod">
          <ac:chgData name="Sakthi Kumaran.N" userId="4c7651723f24e7a0" providerId="LiveId" clId="{6895B52E-19D4-4CD2-B97D-E0281421C178}" dt="2026-04-04T03:51:06.091" v="2818" actId="20577"/>
          <ac:spMkLst>
            <pc:docMk/>
            <pc:sldMk cId="2242168810" sldId="275"/>
            <ac:spMk id="5" creationId="{54F2E81F-8F9C-4B77-E18C-EC34955BFF0B}"/>
          </ac:spMkLst>
        </pc:spChg>
        <pc:spChg chg="mod">
          <ac:chgData name="Sakthi Kumaran.N" userId="4c7651723f24e7a0" providerId="LiveId" clId="{6895B52E-19D4-4CD2-B97D-E0281421C178}" dt="2026-05-04T06:12:27.397" v="3368" actId="113"/>
          <ac:spMkLst>
            <pc:docMk/>
            <pc:sldMk cId="2242168810" sldId="275"/>
            <ac:spMk id="7" creationId="{CA737DC5-699D-FA59-90CB-219CC9DBC854}"/>
          </ac:spMkLst>
        </pc:spChg>
      </pc:sldChg>
      <pc:sldChg chg="addSp delSp modSp new mod">
        <pc:chgData name="Sakthi Kumaran.N" userId="4c7651723f24e7a0" providerId="LiveId" clId="{6895B52E-19D4-4CD2-B97D-E0281421C178}" dt="2026-05-04T06:12:23.410" v="3367" actId="113"/>
        <pc:sldMkLst>
          <pc:docMk/>
          <pc:sldMk cId="836855553" sldId="276"/>
        </pc:sldMkLst>
        <pc:spChg chg="mod">
          <ac:chgData name="Sakthi Kumaran.N" userId="4c7651723f24e7a0" providerId="LiveId" clId="{6895B52E-19D4-4CD2-B97D-E0281421C178}" dt="2026-05-04T06:12:23.410" v="3367" actId="113"/>
          <ac:spMkLst>
            <pc:docMk/>
            <pc:sldMk cId="836855553" sldId="276"/>
            <ac:spMk id="3" creationId="{74220524-87AF-1B88-3057-A735665A04F9}"/>
          </ac:spMkLst>
        </pc:spChg>
        <pc:spChg chg="add mod">
          <ac:chgData name="Sakthi Kumaran.N" userId="4c7651723f24e7a0" providerId="LiveId" clId="{6895B52E-19D4-4CD2-B97D-E0281421C178}" dt="2026-04-04T03:50:51.606" v="2815" actId="20577"/>
          <ac:spMkLst>
            <pc:docMk/>
            <pc:sldMk cId="836855553" sldId="276"/>
            <ac:spMk id="9" creationId="{F741511C-D5DE-4939-DBB7-60C45820ABC7}"/>
          </ac:spMkLst>
        </pc:spChg>
      </pc:sldChg>
      <pc:sldChg chg="addSp delSp modSp new mod">
        <pc:chgData name="Sakthi Kumaran.N" userId="4c7651723f24e7a0" providerId="LiveId" clId="{6895B52E-19D4-4CD2-B97D-E0281421C178}" dt="2026-05-04T06:10:23.480" v="3344" actId="113"/>
        <pc:sldMkLst>
          <pc:docMk/>
          <pc:sldMk cId="3070881783" sldId="282"/>
        </pc:sldMkLst>
        <pc:spChg chg="add del mod">
          <ac:chgData name="Sakthi Kumaran.N" userId="4c7651723f24e7a0" providerId="LiveId" clId="{6895B52E-19D4-4CD2-B97D-E0281421C178}" dt="2026-04-04T15:49:36.857" v="3169" actId="5793"/>
          <ac:spMkLst>
            <pc:docMk/>
            <pc:sldMk cId="3070881783" sldId="282"/>
            <ac:spMk id="3" creationId="{8807670F-C93D-8397-40A3-9BCDC2C81FDB}"/>
          </ac:spMkLst>
        </pc:spChg>
        <pc:spChg chg="mod">
          <ac:chgData name="Sakthi Kumaran.N" userId="4c7651723f24e7a0" providerId="LiveId" clId="{6895B52E-19D4-4CD2-B97D-E0281421C178}" dt="2026-05-04T06:10:23.480" v="3344" actId="113"/>
          <ac:spMkLst>
            <pc:docMk/>
            <pc:sldMk cId="3070881783" sldId="282"/>
            <ac:spMk id="8" creationId="{E18C81A1-3CC9-4105-E42C-A9511A48D460}"/>
          </ac:spMkLst>
        </pc:spChg>
      </pc:sldChg>
      <pc:sldChg chg="addSp delSp modSp new mod">
        <pc:chgData name="Sakthi Kumaran.N" userId="4c7651723f24e7a0" providerId="LiveId" clId="{6895B52E-19D4-4CD2-B97D-E0281421C178}" dt="2026-05-04T06:10:18.817" v="3343" actId="113"/>
        <pc:sldMkLst>
          <pc:docMk/>
          <pc:sldMk cId="1336318459" sldId="283"/>
        </pc:sldMkLst>
        <pc:spChg chg="add mod">
          <ac:chgData name="Sakthi Kumaran.N" userId="4c7651723f24e7a0" providerId="LiveId" clId="{6895B52E-19D4-4CD2-B97D-E0281421C178}" dt="2026-04-04T15:52:55.630" v="3205" actId="1076"/>
          <ac:spMkLst>
            <pc:docMk/>
            <pc:sldMk cId="1336318459" sldId="283"/>
            <ac:spMk id="2" creationId="{D7E3C467-127E-ED58-692B-FFC4135A40D6}"/>
          </ac:spMkLst>
        </pc:spChg>
        <pc:spChg chg="mod">
          <ac:chgData name="Sakthi Kumaran.N" userId="4c7651723f24e7a0" providerId="LiveId" clId="{6895B52E-19D4-4CD2-B97D-E0281421C178}" dt="2026-05-04T06:10:18.817" v="3343" actId="113"/>
          <ac:spMkLst>
            <pc:docMk/>
            <pc:sldMk cId="1336318459" sldId="283"/>
            <ac:spMk id="7" creationId="{04042FBF-2470-636A-9702-16BC602BFE5C}"/>
          </ac:spMkLst>
        </pc:spChg>
      </pc:sldChg>
      <pc:sldChg chg="addSp delSp modSp new mod">
        <pc:chgData name="Sakthi Kumaran.N" userId="4c7651723f24e7a0" providerId="LiveId" clId="{6895B52E-19D4-4CD2-B97D-E0281421C178}" dt="2026-05-04T06:10:11.730" v="3341" actId="113"/>
        <pc:sldMkLst>
          <pc:docMk/>
          <pc:sldMk cId="1346536852" sldId="284"/>
        </pc:sldMkLst>
        <pc:spChg chg="add mod">
          <ac:chgData name="Sakthi Kumaran.N" userId="4c7651723f24e7a0" providerId="LiveId" clId="{6895B52E-19D4-4CD2-B97D-E0281421C178}" dt="2026-04-04T15:54:18.152" v="3227" actId="15"/>
          <ac:spMkLst>
            <pc:docMk/>
            <pc:sldMk cId="1346536852" sldId="284"/>
            <ac:spMk id="2" creationId="{8845E56D-D357-7EA4-7254-97EB3415F10D}"/>
          </ac:spMkLst>
        </pc:spChg>
        <pc:spChg chg="mod">
          <ac:chgData name="Sakthi Kumaran.N" userId="4c7651723f24e7a0" providerId="LiveId" clId="{6895B52E-19D4-4CD2-B97D-E0281421C178}" dt="2026-05-04T06:10:11.730" v="3341" actId="113"/>
          <ac:spMkLst>
            <pc:docMk/>
            <pc:sldMk cId="1346536852" sldId="284"/>
            <ac:spMk id="6" creationId="{BD98119E-5643-8F63-0049-DB41460BFB0F}"/>
          </ac:spMkLst>
        </pc:spChg>
      </pc:sldChg>
      <pc:sldChg chg="modSp mod">
        <pc:chgData name="Sakthi Kumaran.N" userId="4c7651723f24e7a0" providerId="LiveId" clId="{6895B52E-19D4-4CD2-B97D-E0281421C178}" dt="2026-05-04T06:09:56.882" v="3339" actId="1076"/>
        <pc:sldMkLst>
          <pc:docMk/>
          <pc:sldMk cId="2161884523" sldId="286"/>
        </pc:sldMkLst>
        <pc:spChg chg="mod">
          <ac:chgData name="Sakthi Kumaran.N" userId="4c7651723f24e7a0" providerId="LiveId" clId="{6895B52E-19D4-4CD2-B97D-E0281421C178}" dt="2026-05-04T06:09:51.271" v="3337" actId="113"/>
          <ac:spMkLst>
            <pc:docMk/>
            <pc:sldMk cId="2161884523" sldId="286"/>
            <ac:spMk id="7" creationId="{054AA4F6-353F-0B80-7D7D-86A25C9C967E}"/>
          </ac:spMkLst>
        </pc:spChg>
        <pc:picChg chg="mod">
          <ac:chgData name="Sakthi Kumaran.N" userId="4c7651723f24e7a0" providerId="LiveId" clId="{6895B52E-19D4-4CD2-B97D-E0281421C178}" dt="2026-05-04T06:09:56.882" v="3339" actId="1076"/>
          <ac:picMkLst>
            <pc:docMk/>
            <pc:sldMk cId="2161884523" sldId="286"/>
            <ac:picMk id="3" creationId="{98F00213-98D8-3728-692E-045CA812F712}"/>
          </ac:picMkLst>
        </pc:picChg>
      </pc:sldChg>
      <pc:sldChg chg="modSp mod">
        <pc:chgData name="Sakthi Kumaran.N" userId="4c7651723f24e7a0" providerId="LiveId" clId="{6895B52E-19D4-4CD2-B97D-E0281421C178}" dt="2026-05-04T06:54:58.034" v="3437" actId="113"/>
        <pc:sldMkLst>
          <pc:docMk/>
          <pc:sldMk cId="930005423" sldId="287"/>
        </pc:sldMkLst>
        <pc:spChg chg="mod">
          <ac:chgData name="Sakthi Kumaran.N" userId="4c7651723f24e7a0" providerId="LiveId" clId="{6895B52E-19D4-4CD2-B97D-E0281421C178}" dt="2026-05-04T06:54:58.034" v="3437" actId="113"/>
          <ac:spMkLst>
            <pc:docMk/>
            <pc:sldMk cId="930005423" sldId="287"/>
            <ac:spMk id="2" creationId="{0E529B4C-CC77-FD69-2A6D-0BDB91592126}"/>
          </ac:spMkLst>
        </pc:spChg>
      </pc:sldChg>
      <pc:sldChg chg="addSp delSp modSp new mod">
        <pc:chgData name="Sakthi Kumaran.N" userId="4c7651723f24e7a0" providerId="LiveId" clId="{6895B52E-19D4-4CD2-B97D-E0281421C178}" dt="2026-05-04T06:57:56.760" v="3592" actId="20577"/>
        <pc:sldMkLst>
          <pc:docMk/>
          <pc:sldMk cId="4289082144" sldId="288"/>
        </pc:sldMkLst>
        <pc:spChg chg="mod">
          <ac:chgData name="Sakthi Kumaran.N" userId="4c7651723f24e7a0" providerId="LiveId" clId="{6895B52E-19D4-4CD2-B97D-E0281421C178}" dt="2026-05-04T06:09:23.926" v="3331" actId="113"/>
          <ac:spMkLst>
            <pc:docMk/>
            <pc:sldMk cId="4289082144" sldId="288"/>
            <ac:spMk id="5" creationId="{19AB49A9-DE96-DE4F-0270-5D55182F5D89}"/>
          </ac:spMkLst>
        </pc:spChg>
        <pc:spChg chg="add mod">
          <ac:chgData name="Sakthi Kumaran.N" userId="4c7651723f24e7a0" providerId="LiveId" clId="{6895B52E-19D4-4CD2-B97D-E0281421C178}" dt="2026-05-04T06:57:56.760" v="3592" actId="20577"/>
          <ac:spMkLst>
            <pc:docMk/>
            <pc:sldMk cId="4289082144" sldId="288"/>
            <ac:spMk id="6" creationId="{9EA59464-1A82-A7E9-31F5-8087D5324181}"/>
          </ac:spMkLst>
        </pc:spChg>
      </pc:sldChg>
      <pc:sldChg chg="addSp delSp modSp new mod">
        <pc:chgData name="Sakthi Kumaran.N" userId="4c7651723f24e7a0" providerId="LiveId" clId="{6895B52E-19D4-4CD2-B97D-E0281421C178}" dt="2026-05-04T06:12:17.565" v="3365" actId="113"/>
        <pc:sldMkLst>
          <pc:docMk/>
          <pc:sldMk cId="2950867239" sldId="289"/>
        </pc:sldMkLst>
        <pc:spChg chg="add mod">
          <ac:chgData name="Sakthi Kumaran.N" userId="4c7651723f24e7a0" providerId="LiveId" clId="{6895B52E-19D4-4CD2-B97D-E0281421C178}" dt="2026-04-04T03:43:38.244" v="2734" actId="21"/>
          <ac:spMkLst>
            <pc:docMk/>
            <pc:sldMk cId="2950867239" sldId="289"/>
            <ac:spMk id="7" creationId="{B590D99A-D817-9428-7A24-F1516C7F9B16}"/>
          </ac:spMkLst>
        </pc:spChg>
        <pc:spChg chg="mod">
          <ac:chgData name="Sakthi Kumaran.N" userId="4c7651723f24e7a0" providerId="LiveId" clId="{6895B52E-19D4-4CD2-B97D-E0281421C178}" dt="2026-05-04T06:12:17.565" v="3365" actId="113"/>
          <ac:spMkLst>
            <pc:docMk/>
            <pc:sldMk cId="2950867239" sldId="289"/>
            <ac:spMk id="8" creationId="{DB39F782-F935-92B5-A1AC-B191DEA9410E}"/>
          </ac:spMkLst>
        </pc:spChg>
        <pc:spChg chg="add mod">
          <ac:chgData name="Sakthi Kumaran.N" userId="4c7651723f24e7a0" providerId="LiveId" clId="{6895B52E-19D4-4CD2-B97D-E0281421C178}" dt="2026-04-04T03:50:34.764" v="2810" actId="20577"/>
          <ac:spMkLst>
            <pc:docMk/>
            <pc:sldMk cId="2950867239" sldId="289"/>
            <ac:spMk id="10" creationId="{DB4DF4B9-B73D-A7F2-DF84-3E608486CF27}"/>
          </ac:spMkLst>
        </pc:spChg>
      </pc:sldChg>
      <pc:sldChg chg="addSp delSp modSp new mod">
        <pc:chgData name="Sakthi Kumaran.N" userId="4c7651723f24e7a0" providerId="LiveId" clId="{6895B52E-19D4-4CD2-B97D-E0281421C178}" dt="2026-05-04T06:12:12.009" v="3363" actId="113"/>
        <pc:sldMkLst>
          <pc:docMk/>
          <pc:sldMk cId="100039666" sldId="291"/>
        </pc:sldMkLst>
        <pc:spChg chg="add mod">
          <ac:chgData name="Sakthi Kumaran.N" userId="4c7651723f24e7a0" providerId="LiveId" clId="{6895B52E-19D4-4CD2-B97D-E0281421C178}" dt="2026-04-04T03:50:08.195" v="2805" actId="1076"/>
          <ac:spMkLst>
            <pc:docMk/>
            <pc:sldMk cId="100039666" sldId="291"/>
            <ac:spMk id="6" creationId="{B8A18609-CD1F-FF35-05B3-B385D50AC73A}"/>
          </ac:spMkLst>
        </pc:spChg>
        <pc:spChg chg="mod">
          <ac:chgData name="Sakthi Kumaran.N" userId="4c7651723f24e7a0" providerId="LiveId" clId="{6895B52E-19D4-4CD2-B97D-E0281421C178}" dt="2026-05-04T06:12:12.009" v="3363" actId="113"/>
          <ac:spMkLst>
            <pc:docMk/>
            <pc:sldMk cId="100039666" sldId="291"/>
            <ac:spMk id="7" creationId="{E5EE3F72-2F87-CD2E-16D5-FB7E770F9103}"/>
          </ac:spMkLst>
        </pc:spChg>
      </pc:sldChg>
      <pc:sldChg chg="addSp delSp modSp new mod">
        <pc:chgData name="Sakthi Kumaran.N" userId="4c7651723f24e7a0" providerId="LiveId" clId="{6895B52E-19D4-4CD2-B97D-E0281421C178}" dt="2026-05-04T06:12:55.364" v="3375" actId="113"/>
        <pc:sldMkLst>
          <pc:docMk/>
          <pc:sldMk cId="3021357602" sldId="292"/>
        </pc:sldMkLst>
        <pc:spChg chg="add mod">
          <ac:chgData name="Sakthi Kumaran.N" userId="4c7651723f24e7a0" providerId="LiveId" clId="{6895B52E-19D4-4CD2-B97D-E0281421C178}" dt="2026-05-04T06:12:55.364" v="3375" actId="113"/>
          <ac:spMkLst>
            <pc:docMk/>
            <pc:sldMk cId="3021357602" sldId="292"/>
            <ac:spMk id="6" creationId="{C1FB5609-3F7D-D720-D7E2-B4B17D1E8F7C}"/>
          </ac:spMkLst>
        </pc:spChg>
        <pc:graphicFrameChg chg="add mod modGraphic">
          <ac:chgData name="Sakthi Kumaran.N" userId="4c7651723f24e7a0" providerId="LiveId" clId="{6895B52E-19D4-4CD2-B97D-E0281421C178}" dt="2026-04-04T07:51:53.562" v="2864" actId="14100"/>
          <ac:graphicFrameMkLst>
            <pc:docMk/>
            <pc:sldMk cId="3021357602" sldId="292"/>
            <ac:graphicFrameMk id="9" creationId="{3B6F217D-E242-E6D3-1681-2F13C33D654A}"/>
          </ac:graphicFrameMkLst>
        </pc:graphicFrameChg>
      </pc:sldChg>
      <pc:sldChg chg="addSp modSp new mod">
        <pc:chgData name="Sakthi Kumaran.N" userId="4c7651723f24e7a0" providerId="LiveId" clId="{6895B52E-19D4-4CD2-B97D-E0281421C178}" dt="2026-05-04T06:54:34.598" v="3434" actId="1076"/>
        <pc:sldMkLst>
          <pc:docMk/>
          <pc:sldMk cId="3538964332" sldId="293"/>
        </pc:sldMkLst>
        <pc:spChg chg="add mod">
          <ac:chgData name="Sakthi Kumaran.N" userId="4c7651723f24e7a0" providerId="LiveId" clId="{6895B52E-19D4-4CD2-B97D-E0281421C178}" dt="2026-04-04T15:37:55.722" v="3031" actId="113"/>
          <ac:spMkLst>
            <pc:docMk/>
            <pc:sldMk cId="3538964332" sldId="293"/>
            <ac:spMk id="6" creationId="{9C47F458-1E40-ACEE-8E41-53D96C77B0BD}"/>
          </ac:spMkLst>
        </pc:spChg>
        <pc:spChg chg="add mod">
          <ac:chgData name="Sakthi Kumaran.N" userId="4c7651723f24e7a0" providerId="LiveId" clId="{6895B52E-19D4-4CD2-B97D-E0281421C178}" dt="2026-05-04T06:54:34.598" v="3434" actId="1076"/>
          <ac:spMkLst>
            <pc:docMk/>
            <pc:sldMk cId="3538964332" sldId="293"/>
            <ac:spMk id="7" creationId="{0FB038AF-FB2F-099D-7D1C-5C52D98D0655}"/>
          </ac:spMkLst>
        </pc:spChg>
      </pc:sldChg>
      <pc:sldChg chg="addSp modSp new mod">
        <pc:chgData name="Sakthi Kumaran.N" userId="4c7651723f24e7a0" providerId="LiveId" clId="{6895B52E-19D4-4CD2-B97D-E0281421C178}" dt="2026-05-04T06:54:40.379" v="3435" actId="1076"/>
        <pc:sldMkLst>
          <pc:docMk/>
          <pc:sldMk cId="3314540337" sldId="294"/>
        </pc:sldMkLst>
        <pc:spChg chg="add mod">
          <ac:chgData name="Sakthi Kumaran.N" userId="4c7651723f24e7a0" providerId="LiveId" clId="{6895B52E-19D4-4CD2-B97D-E0281421C178}" dt="2026-05-04T06:54:40.379" v="3435" actId="1076"/>
          <ac:spMkLst>
            <pc:docMk/>
            <pc:sldMk cId="3314540337" sldId="294"/>
            <ac:spMk id="6" creationId="{5F0D628E-879B-66BF-EDAF-A99C41685AC5}"/>
          </ac:spMkLst>
        </pc:spChg>
        <pc:spChg chg="add mod">
          <ac:chgData name="Sakthi Kumaran.N" userId="4c7651723f24e7a0" providerId="LiveId" clId="{6895B52E-19D4-4CD2-B97D-E0281421C178}" dt="2026-05-04T06:54:26.903" v="3432" actId="1037"/>
          <ac:spMkLst>
            <pc:docMk/>
            <pc:sldMk cId="3314540337" sldId="294"/>
            <ac:spMk id="7" creationId="{0B2EC6A6-609D-C86C-75E8-49B8165E3C54}"/>
          </ac:spMkLst>
        </pc:spChg>
      </pc:sldChg>
      <pc:sldChg chg="addSp delSp modSp new mod">
        <pc:chgData name="Sakthi Kumaran.N" userId="4c7651723f24e7a0" providerId="LiveId" clId="{6895B52E-19D4-4CD2-B97D-E0281421C178}" dt="2026-05-04T06:58:24.763" v="3594" actId="1076"/>
        <pc:sldMkLst>
          <pc:docMk/>
          <pc:sldMk cId="3926553490" sldId="295"/>
        </pc:sldMkLst>
        <pc:spChg chg="add mod">
          <ac:chgData name="Sakthi Kumaran.N" userId="4c7651723f24e7a0" providerId="LiveId" clId="{6895B52E-19D4-4CD2-B97D-E0281421C178}" dt="2026-05-04T06:58:24.763" v="3594" actId="1076"/>
          <ac:spMkLst>
            <pc:docMk/>
            <pc:sldMk cId="3926553490" sldId="295"/>
            <ac:spMk id="5" creationId="{B739C999-7BE9-D7DF-7C78-22CE9B2C4D27}"/>
          </ac:spMkLst>
        </pc:spChg>
        <pc:spChg chg="add mod">
          <ac:chgData name="Sakthi Kumaran.N" userId="4c7651723f24e7a0" providerId="LiveId" clId="{6895B52E-19D4-4CD2-B97D-E0281421C178}" dt="2026-04-04T16:06:44.931" v="3276" actId="113"/>
          <ac:spMkLst>
            <pc:docMk/>
            <pc:sldMk cId="3926553490" sldId="295"/>
            <ac:spMk id="7" creationId="{4A9086B8-3946-E6CB-0000-27A2C69D0D6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96930C-65AE-48A8-A902-D916C5C1946F}" type="datetimeFigureOut">
              <a:rPr lang="en-IN" smtClean="0"/>
              <a:t>04-05-2026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34D547-AAA7-4E67-9A39-ADE89AF5F732}" type="slidenum">
              <a:rPr lang="en-IN" smtClean="0"/>
              <a:t>‹#›</a:t>
            </a:fld>
            <a:endParaRPr lang="en-IN"/>
          </a:p>
        </p:txBody>
      </p:sp>
    </p:spTree>
    <p:extLst>
      <p:ext uri="{BB962C8B-B14F-4D97-AF65-F5344CB8AC3E}">
        <p14:creationId xmlns:p14="http://schemas.microsoft.com/office/powerpoint/2010/main" val="1380362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330089B1-2228-47C6-BE4E-B4D65385BB4B}" type="datetime1">
              <a:rPr lang="en-IN" smtClean="0"/>
              <a:t>04-05-2026</a:t>
            </a:fld>
            <a:endParaRPr lang="en-IN"/>
          </a:p>
        </p:txBody>
      </p:sp>
      <p:sp>
        <p:nvSpPr>
          <p:cNvPr id="5" name="Footer Placeholder 4"/>
          <p:cNvSpPr>
            <a:spLocks noGrp="1"/>
          </p:cNvSpPr>
          <p:nvPr>
            <p:ph type="ftr" sz="quarter" idx="11"/>
          </p:nvPr>
        </p:nvSpPr>
        <p:spPr/>
        <p:txBody>
          <a:bodyPr/>
          <a:lstStyle/>
          <a:p>
            <a:r>
              <a:rPr lang="en-IN"/>
              <a:t>Project Viva voce Examination</a:t>
            </a:r>
          </a:p>
        </p:txBody>
      </p:sp>
      <p:sp>
        <p:nvSpPr>
          <p:cNvPr id="6" name="Slide Number Placeholder 5"/>
          <p:cNvSpPr>
            <a:spLocks noGrp="1"/>
          </p:cNvSpPr>
          <p:nvPr>
            <p:ph type="sldNum" sz="quarter" idx="12"/>
          </p:nvPr>
        </p:nvSpPr>
        <p:spPr/>
        <p:txBody>
          <a:bodyPr/>
          <a:lstStyle/>
          <a:p>
            <a:fld id="{8CA87A9D-18A1-46CA-A0E8-ED18A288660F}" type="slidenum">
              <a:rPr lang="en-IN" smtClean="0"/>
              <a:t>‹#›</a:t>
            </a:fld>
            <a:endParaRPr lang="en-IN"/>
          </a:p>
        </p:txBody>
      </p:sp>
    </p:spTree>
    <p:extLst>
      <p:ext uri="{BB962C8B-B14F-4D97-AF65-F5344CB8AC3E}">
        <p14:creationId xmlns:p14="http://schemas.microsoft.com/office/powerpoint/2010/main" val="3238257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A91ABA7-16E7-49DE-ABDA-3F3A09F80CB0}" type="datetime1">
              <a:rPr lang="en-IN" smtClean="0"/>
              <a:t>04-05-2026</a:t>
            </a:fld>
            <a:endParaRPr lang="en-IN"/>
          </a:p>
        </p:txBody>
      </p:sp>
      <p:sp>
        <p:nvSpPr>
          <p:cNvPr id="5" name="Footer Placeholder 4"/>
          <p:cNvSpPr>
            <a:spLocks noGrp="1"/>
          </p:cNvSpPr>
          <p:nvPr>
            <p:ph type="ftr" sz="quarter" idx="11"/>
          </p:nvPr>
        </p:nvSpPr>
        <p:spPr/>
        <p:txBody>
          <a:bodyPr/>
          <a:lstStyle/>
          <a:p>
            <a:r>
              <a:rPr lang="en-IN"/>
              <a:t>Project Viva voce Examination</a:t>
            </a:r>
          </a:p>
        </p:txBody>
      </p:sp>
      <p:sp>
        <p:nvSpPr>
          <p:cNvPr id="6" name="Slide Number Placeholder 5"/>
          <p:cNvSpPr>
            <a:spLocks noGrp="1"/>
          </p:cNvSpPr>
          <p:nvPr>
            <p:ph type="sldNum" sz="quarter" idx="12"/>
          </p:nvPr>
        </p:nvSpPr>
        <p:spPr/>
        <p:txBody>
          <a:bodyPr/>
          <a:lstStyle/>
          <a:p>
            <a:fld id="{8CA87A9D-18A1-46CA-A0E8-ED18A288660F}" type="slidenum">
              <a:rPr lang="en-IN" smtClean="0"/>
              <a:t>‹#›</a:t>
            </a:fld>
            <a:endParaRPr lang="en-IN"/>
          </a:p>
        </p:txBody>
      </p:sp>
    </p:spTree>
    <p:extLst>
      <p:ext uri="{BB962C8B-B14F-4D97-AF65-F5344CB8AC3E}">
        <p14:creationId xmlns:p14="http://schemas.microsoft.com/office/powerpoint/2010/main" val="3545537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A52D702-9939-4C63-9E08-C9B81BF98544}" type="datetime1">
              <a:rPr lang="en-IN" smtClean="0"/>
              <a:t>04-05-2026</a:t>
            </a:fld>
            <a:endParaRPr lang="en-IN"/>
          </a:p>
        </p:txBody>
      </p:sp>
      <p:sp>
        <p:nvSpPr>
          <p:cNvPr id="5" name="Footer Placeholder 4"/>
          <p:cNvSpPr>
            <a:spLocks noGrp="1"/>
          </p:cNvSpPr>
          <p:nvPr>
            <p:ph type="ftr" sz="quarter" idx="11"/>
          </p:nvPr>
        </p:nvSpPr>
        <p:spPr/>
        <p:txBody>
          <a:bodyPr/>
          <a:lstStyle/>
          <a:p>
            <a:r>
              <a:rPr lang="en-IN"/>
              <a:t>Project Viva voce Examination</a:t>
            </a:r>
          </a:p>
        </p:txBody>
      </p:sp>
      <p:sp>
        <p:nvSpPr>
          <p:cNvPr id="6" name="Slide Number Placeholder 5"/>
          <p:cNvSpPr>
            <a:spLocks noGrp="1"/>
          </p:cNvSpPr>
          <p:nvPr>
            <p:ph type="sldNum" sz="quarter" idx="12"/>
          </p:nvPr>
        </p:nvSpPr>
        <p:spPr/>
        <p:txBody>
          <a:bodyPr/>
          <a:lstStyle/>
          <a:p>
            <a:fld id="{8CA87A9D-18A1-46CA-A0E8-ED18A288660F}" type="slidenum">
              <a:rPr lang="en-IN" smtClean="0"/>
              <a:t>‹#›</a:t>
            </a:fld>
            <a:endParaRPr lang="en-IN"/>
          </a:p>
        </p:txBody>
      </p:sp>
    </p:spTree>
    <p:extLst>
      <p:ext uri="{BB962C8B-B14F-4D97-AF65-F5344CB8AC3E}">
        <p14:creationId xmlns:p14="http://schemas.microsoft.com/office/powerpoint/2010/main" val="2773189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058C944-01F0-4254-83D7-E57DEEFBE32B}" type="datetime1">
              <a:rPr lang="en-IN" smtClean="0"/>
              <a:t>04-05-2026</a:t>
            </a:fld>
            <a:endParaRPr lang="en-IN"/>
          </a:p>
        </p:txBody>
      </p:sp>
      <p:sp>
        <p:nvSpPr>
          <p:cNvPr id="6" name="Footer Placeholder 5"/>
          <p:cNvSpPr>
            <a:spLocks noGrp="1"/>
          </p:cNvSpPr>
          <p:nvPr>
            <p:ph type="ftr" sz="quarter" idx="11"/>
          </p:nvPr>
        </p:nvSpPr>
        <p:spPr/>
        <p:txBody>
          <a:bodyPr/>
          <a:lstStyle/>
          <a:p>
            <a:r>
              <a:rPr lang="en-IN"/>
              <a:t>Project Viva voce Examination</a:t>
            </a:r>
          </a:p>
        </p:txBody>
      </p:sp>
      <p:sp>
        <p:nvSpPr>
          <p:cNvPr id="7" name="Slide Number Placeholder 6"/>
          <p:cNvSpPr>
            <a:spLocks noGrp="1"/>
          </p:cNvSpPr>
          <p:nvPr>
            <p:ph type="sldNum" sz="quarter" idx="12"/>
          </p:nvPr>
        </p:nvSpPr>
        <p:spPr/>
        <p:txBody>
          <a:bodyPr/>
          <a:lstStyle/>
          <a:p>
            <a:fld id="{8CA87A9D-18A1-46CA-A0E8-ED18A288660F}" type="slidenum">
              <a:rPr lang="en-IN" smtClean="0"/>
              <a:t>‹#›</a:t>
            </a:fld>
            <a:endParaRPr lang="en-IN"/>
          </a:p>
        </p:txBody>
      </p:sp>
    </p:spTree>
    <p:extLst>
      <p:ext uri="{BB962C8B-B14F-4D97-AF65-F5344CB8AC3E}">
        <p14:creationId xmlns:p14="http://schemas.microsoft.com/office/powerpoint/2010/main" val="555870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612B4A0D-78A8-4DE5-89CB-579D371E6910}" type="datetime1">
              <a:rPr lang="en-IN" smtClean="0"/>
              <a:t>04-05-2026</a:t>
            </a:fld>
            <a:endParaRPr lang="en-IN"/>
          </a:p>
        </p:txBody>
      </p:sp>
      <p:sp>
        <p:nvSpPr>
          <p:cNvPr id="8" name="Footer Placeholder 7"/>
          <p:cNvSpPr>
            <a:spLocks noGrp="1"/>
          </p:cNvSpPr>
          <p:nvPr>
            <p:ph type="ftr" sz="quarter" idx="11"/>
          </p:nvPr>
        </p:nvSpPr>
        <p:spPr/>
        <p:txBody>
          <a:bodyPr/>
          <a:lstStyle/>
          <a:p>
            <a:r>
              <a:rPr lang="en-IN"/>
              <a:t>Project Viva voce Examination</a:t>
            </a:r>
          </a:p>
        </p:txBody>
      </p:sp>
      <p:sp>
        <p:nvSpPr>
          <p:cNvPr id="9" name="Slide Number Placeholder 8"/>
          <p:cNvSpPr>
            <a:spLocks noGrp="1"/>
          </p:cNvSpPr>
          <p:nvPr>
            <p:ph type="sldNum" sz="quarter" idx="12"/>
          </p:nvPr>
        </p:nvSpPr>
        <p:spPr/>
        <p:txBody>
          <a:bodyPr/>
          <a:lstStyle/>
          <a:p>
            <a:fld id="{8CA87A9D-18A1-46CA-A0E8-ED18A288660F}" type="slidenum">
              <a:rPr lang="en-IN" smtClean="0"/>
              <a:t>‹#›</a:t>
            </a:fld>
            <a:endParaRPr lang="en-IN"/>
          </a:p>
        </p:txBody>
      </p:sp>
    </p:spTree>
    <p:extLst>
      <p:ext uri="{BB962C8B-B14F-4D97-AF65-F5344CB8AC3E}">
        <p14:creationId xmlns:p14="http://schemas.microsoft.com/office/powerpoint/2010/main" val="910278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DFF0908B-AEC7-415C-A571-8BFBB040A1F1}" type="datetime1">
              <a:rPr lang="en-IN" smtClean="0"/>
              <a:t>04-05-2026</a:t>
            </a:fld>
            <a:endParaRPr lang="en-IN"/>
          </a:p>
        </p:txBody>
      </p:sp>
      <p:sp>
        <p:nvSpPr>
          <p:cNvPr id="4" name="Footer Placeholder 3"/>
          <p:cNvSpPr>
            <a:spLocks noGrp="1"/>
          </p:cNvSpPr>
          <p:nvPr>
            <p:ph type="ftr" sz="quarter" idx="11"/>
          </p:nvPr>
        </p:nvSpPr>
        <p:spPr/>
        <p:txBody>
          <a:bodyPr/>
          <a:lstStyle/>
          <a:p>
            <a:r>
              <a:rPr lang="en-IN"/>
              <a:t>Project Viva voce Examination</a:t>
            </a:r>
          </a:p>
        </p:txBody>
      </p:sp>
      <p:sp>
        <p:nvSpPr>
          <p:cNvPr id="5" name="Slide Number Placeholder 4"/>
          <p:cNvSpPr>
            <a:spLocks noGrp="1"/>
          </p:cNvSpPr>
          <p:nvPr>
            <p:ph type="sldNum" sz="quarter" idx="12"/>
          </p:nvPr>
        </p:nvSpPr>
        <p:spPr/>
        <p:txBody>
          <a:bodyPr/>
          <a:lstStyle/>
          <a:p>
            <a:fld id="{8CA87A9D-18A1-46CA-A0E8-ED18A288660F}" type="slidenum">
              <a:rPr lang="en-IN" smtClean="0"/>
              <a:t>‹#›</a:t>
            </a:fld>
            <a:endParaRPr lang="en-IN"/>
          </a:p>
        </p:txBody>
      </p:sp>
    </p:spTree>
    <p:extLst>
      <p:ext uri="{BB962C8B-B14F-4D97-AF65-F5344CB8AC3E}">
        <p14:creationId xmlns:p14="http://schemas.microsoft.com/office/powerpoint/2010/main" val="1208695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342DCA-C736-47D2-A254-542149B8B8D1}" type="datetime1">
              <a:rPr lang="en-IN" smtClean="0"/>
              <a:t>04-05-2026</a:t>
            </a:fld>
            <a:endParaRPr lang="en-IN" dirty="0"/>
          </a:p>
        </p:txBody>
      </p:sp>
      <p:sp>
        <p:nvSpPr>
          <p:cNvPr id="3" name="Footer Placeholder 2"/>
          <p:cNvSpPr>
            <a:spLocks noGrp="1"/>
          </p:cNvSpPr>
          <p:nvPr>
            <p:ph type="ftr" sz="quarter" idx="11"/>
          </p:nvPr>
        </p:nvSpPr>
        <p:spPr/>
        <p:txBody>
          <a:bodyPr/>
          <a:lstStyle/>
          <a:p>
            <a:r>
              <a:rPr lang="en-IN"/>
              <a:t>Project Viva voce Examination</a:t>
            </a:r>
            <a:endParaRPr lang="en-IN" dirty="0"/>
          </a:p>
        </p:txBody>
      </p:sp>
      <p:sp>
        <p:nvSpPr>
          <p:cNvPr id="4" name="Slide Number Placeholder 3"/>
          <p:cNvSpPr>
            <a:spLocks noGrp="1"/>
          </p:cNvSpPr>
          <p:nvPr>
            <p:ph type="sldNum" sz="quarter" idx="12"/>
          </p:nvPr>
        </p:nvSpPr>
        <p:spPr/>
        <p:txBody>
          <a:bodyPr/>
          <a:lstStyle/>
          <a:p>
            <a:fld id="{8CA87A9D-18A1-46CA-A0E8-ED18A288660F}" type="slidenum">
              <a:rPr lang="en-IN" smtClean="0"/>
              <a:t>‹#›</a:t>
            </a:fld>
            <a:endParaRPr lang="en-IN" dirty="0"/>
          </a:p>
        </p:txBody>
      </p:sp>
    </p:spTree>
    <p:extLst>
      <p:ext uri="{BB962C8B-B14F-4D97-AF65-F5344CB8AC3E}">
        <p14:creationId xmlns:p14="http://schemas.microsoft.com/office/powerpoint/2010/main" val="194560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8D623B9-C8C0-493E-A985-48F05C3C7FBA}" type="datetime1">
              <a:rPr lang="en-IN" smtClean="0"/>
              <a:t>04-05-2026</a:t>
            </a:fld>
            <a:endParaRPr lang="en-IN"/>
          </a:p>
        </p:txBody>
      </p:sp>
      <p:sp>
        <p:nvSpPr>
          <p:cNvPr id="6" name="Footer Placeholder 5"/>
          <p:cNvSpPr>
            <a:spLocks noGrp="1"/>
          </p:cNvSpPr>
          <p:nvPr>
            <p:ph type="ftr" sz="quarter" idx="11"/>
          </p:nvPr>
        </p:nvSpPr>
        <p:spPr/>
        <p:txBody>
          <a:bodyPr/>
          <a:lstStyle/>
          <a:p>
            <a:r>
              <a:rPr lang="en-IN"/>
              <a:t>Project Viva voce Examination</a:t>
            </a:r>
          </a:p>
        </p:txBody>
      </p:sp>
      <p:sp>
        <p:nvSpPr>
          <p:cNvPr id="7" name="Slide Number Placeholder 6"/>
          <p:cNvSpPr>
            <a:spLocks noGrp="1"/>
          </p:cNvSpPr>
          <p:nvPr>
            <p:ph type="sldNum" sz="quarter" idx="12"/>
          </p:nvPr>
        </p:nvSpPr>
        <p:spPr/>
        <p:txBody>
          <a:bodyPr/>
          <a:lstStyle/>
          <a:p>
            <a:fld id="{8CA87A9D-18A1-46CA-A0E8-ED18A288660F}" type="slidenum">
              <a:rPr lang="en-IN" smtClean="0"/>
              <a:t>‹#›</a:t>
            </a:fld>
            <a:endParaRPr lang="en-IN"/>
          </a:p>
        </p:txBody>
      </p:sp>
    </p:spTree>
    <p:extLst>
      <p:ext uri="{BB962C8B-B14F-4D97-AF65-F5344CB8AC3E}">
        <p14:creationId xmlns:p14="http://schemas.microsoft.com/office/powerpoint/2010/main" val="2240927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2FF6CE2-7EB3-4AAF-BBAA-5F5CCA9EA851}" type="datetime1">
              <a:rPr lang="en-IN" smtClean="0"/>
              <a:t>04-05-2026</a:t>
            </a:fld>
            <a:endParaRPr lang="en-IN"/>
          </a:p>
        </p:txBody>
      </p:sp>
      <p:sp>
        <p:nvSpPr>
          <p:cNvPr id="6" name="Footer Placeholder 5"/>
          <p:cNvSpPr>
            <a:spLocks noGrp="1"/>
          </p:cNvSpPr>
          <p:nvPr>
            <p:ph type="ftr" sz="quarter" idx="11"/>
          </p:nvPr>
        </p:nvSpPr>
        <p:spPr/>
        <p:txBody>
          <a:bodyPr/>
          <a:lstStyle/>
          <a:p>
            <a:r>
              <a:rPr lang="en-IN"/>
              <a:t>Project Viva voce Examination</a:t>
            </a:r>
          </a:p>
        </p:txBody>
      </p:sp>
      <p:sp>
        <p:nvSpPr>
          <p:cNvPr id="7" name="Slide Number Placeholder 6"/>
          <p:cNvSpPr>
            <a:spLocks noGrp="1"/>
          </p:cNvSpPr>
          <p:nvPr>
            <p:ph type="sldNum" sz="quarter" idx="12"/>
          </p:nvPr>
        </p:nvSpPr>
        <p:spPr/>
        <p:txBody>
          <a:bodyPr/>
          <a:lstStyle/>
          <a:p>
            <a:fld id="{8CA87A9D-18A1-46CA-A0E8-ED18A288660F}" type="slidenum">
              <a:rPr lang="en-IN" smtClean="0"/>
              <a:t>‹#›</a:t>
            </a:fld>
            <a:endParaRPr lang="en-IN"/>
          </a:p>
        </p:txBody>
      </p:sp>
    </p:spTree>
    <p:extLst>
      <p:ext uri="{BB962C8B-B14F-4D97-AF65-F5344CB8AC3E}">
        <p14:creationId xmlns:p14="http://schemas.microsoft.com/office/powerpoint/2010/main" val="3498446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574D4B6-460D-4EE1-B70A-F7FD8549BB78}" type="datetime1">
              <a:rPr lang="en-IN" smtClean="0"/>
              <a:t>04-05-2026</a:t>
            </a:fld>
            <a:endParaRPr lang="en-IN"/>
          </a:p>
        </p:txBody>
      </p:sp>
      <p:sp>
        <p:nvSpPr>
          <p:cNvPr id="5" name="Footer Placeholder 4"/>
          <p:cNvSpPr>
            <a:spLocks noGrp="1"/>
          </p:cNvSpPr>
          <p:nvPr>
            <p:ph type="ftr" sz="quarter" idx="11"/>
          </p:nvPr>
        </p:nvSpPr>
        <p:spPr/>
        <p:txBody>
          <a:bodyPr/>
          <a:lstStyle/>
          <a:p>
            <a:r>
              <a:rPr lang="en-IN"/>
              <a:t>Project Viva voce Examination</a:t>
            </a:r>
          </a:p>
        </p:txBody>
      </p:sp>
      <p:sp>
        <p:nvSpPr>
          <p:cNvPr id="6" name="Slide Number Placeholder 5"/>
          <p:cNvSpPr>
            <a:spLocks noGrp="1"/>
          </p:cNvSpPr>
          <p:nvPr>
            <p:ph type="sldNum" sz="quarter" idx="12"/>
          </p:nvPr>
        </p:nvSpPr>
        <p:spPr/>
        <p:txBody>
          <a:bodyPr/>
          <a:lstStyle/>
          <a:p>
            <a:fld id="{8CA87A9D-18A1-46CA-A0E8-ED18A288660F}" type="slidenum">
              <a:rPr lang="en-IN" smtClean="0"/>
              <a:t>‹#›</a:t>
            </a:fld>
            <a:endParaRPr lang="en-IN"/>
          </a:p>
        </p:txBody>
      </p:sp>
    </p:spTree>
    <p:extLst>
      <p:ext uri="{BB962C8B-B14F-4D97-AF65-F5344CB8AC3E}">
        <p14:creationId xmlns:p14="http://schemas.microsoft.com/office/powerpoint/2010/main" val="2667004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8CB2237-9DFA-4C6B-BBE9-8475A57F2275}" type="datetime1">
              <a:rPr lang="en-IN" smtClean="0"/>
              <a:t>04-05-2026</a:t>
            </a:fld>
            <a:endParaRPr lang="en-IN"/>
          </a:p>
        </p:txBody>
      </p:sp>
      <p:sp>
        <p:nvSpPr>
          <p:cNvPr id="5" name="Footer Placeholder 4"/>
          <p:cNvSpPr>
            <a:spLocks noGrp="1"/>
          </p:cNvSpPr>
          <p:nvPr>
            <p:ph type="ftr" sz="quarter" idx="11"/>
          </p:nvPr>
        </p:nvSpPr>
        <p:spPr/>
        <p:txBody>
          <a:bodyPr/>
          <a:lstStyle/>
          <a:p>
            <a:r>
              <a:rPr lang="en-IN"/>
              <a:t>Project Viva voce Examination</a:t>
            </a:r>
          </a:p>
        </p:txBody>
      </p:sp>
      <p:sp>
        <p:nvSpPr>
          <p:cNvPr id="6" name="Slide Number Placeholder 5"/>
          <p:cNvSpPr>
            <a:spLocks noGrp="1"/>
          </p:cNvSpPr>
          <p:nvPr>
            <p:ph type="sldNum" sz="quarter" idx="12"/>
          </p:nvPr>
        </p:nvSpPr>
        <p:spPr/>
        <p:txBody>
          <a:bodyPr/>
          <a:lstStyle/>
          <a:p>
            <a:fld id="{8CA87A9D-18A1-46CA-A0E8-ED18A288660F}" type="slidenum">
              <a:rPr lang="en-IN" smtClean="0"/>
              <a:t>‹#›</a:t>
            </a:fld>
            <a:endParaRPr lang="en-IN"/>
          </a:p>
        </p:txBody>
      </p:sp>
    </p:spTree>
    <p:extLst>
      <p:ext uri="{BB962C8B-B14F-4D97-AF65-F5344CB8AC3E}">
        <p14:creationId xmlns:p14="http://schemas.microsoft.com/office/powerpoint/2010/main" val="2568667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5B4A58-4857-4647-891B-2D2923D2CF9C}" type="datetime1">
              <a:rPr lang="en-IN" smtClean="0"/>
              <a:t>04-05-2026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Project Viva voce Examination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A87A9D-18A1-46CA-A0E8-ED18A288660F}" type="slidenum">
              <a:rPr lang="en-IN" smtClean="0"/>
              <a:t>‹#›</a:t>
            </a:fld>
            <a:endParaRPr lang="en-IN"/>
          </a:p>
        </p:txBody>
      </p:sp>
    </p:spTree>
    <p:extLst>
      <p:ext uri="{BB962C8B-B14F-4D97-AF65-F5344CB8AC3E}">
        <p14:creationId xmlns:p14="http://schemas.microsoft.com/office/powerpoint/2010/main" val="29525686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hyperlink" Target="http://localhost:8080/"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66DE53-33EB-E0CC-2016-B0144AFB1B64}"/>
              </a:ext>
            </a:extLst>
          </p:cNvPr>
          <p:cNvSpPr txBox="1"/>
          <p:nvPr/>
        </p:nvSpPr>
        <p:spPr>
          <a:xfrm>
            <a:off x="1714280" y="575367"/>
            <a:ext cx="9692640" cy="1200329"/>
          </a:xfrm>
          <a:prstGeom prst="rect">
            <a:avLst/>
          </a:prstGeom>
          <a:noFill/>
        </p:spPr>
        <p:txBody>
          <a:bodyPr wrap="square" rtlCol="0">
            <a:spAutoFit/>
          </a:bodyPr>
          <a:lstStyle/>
          <a:p>
            <a:pPr algn="ctr"/>
            <a:r>
              <a:rPr lang="en-US" sz="2400" dirty="0">
                <a:solidFill>
                  <a:srgbClr val="9C1116"/>
                </a:solidFill>
                <a:latin typeface="Times New Roman" panose="02020603050405020304" pitchFamily="18" charset="0"/>
                <a:cs typeface="Times New Roman" panose="02020603050405020304" pitchFamily="18" charset="0"/>
              </a:rPr>
              <a:t>UNIVERSITY  COLLEGE OF ENGINEERING PATTUKOTTAI,</a:t>
            </a:r>
          </a:p>
          <a:p>
            <a:pPr algn="ctr"/>
            <a:r>
              <a:rPr lang="en-US" sz="2400" dirty="0">
                <a:solidFill>
                  <a:srgbClr val="9C1116"/>
                </a:solidFill>
                <a:latin typeface="Times New Roman" panose="02020603050405020304" pitchFamily="18" charset="0"/>
                <a:cs typeface="Times New Roman" panose="02020603050405020304" pitchFamily="18" charset="0"/>
              </a:rPr>
              <a:t>(A Constituent College Of Anna University, Chennai) </a:t>
            </a:r>
          </a:p>
          <a:p>
            <a:pPr algn="ctr"/>
            <a:r>
              <a:rPr lang="en-US" sz="2400" dirty="0">
                <a:solidFill>
                  <a:srgbClr val="9C1116"/>
                </a:solidFill>
                <a:latin typeface="Times New Roman" panose="02020603050405020304" pitchFamily="18" charset="0"/>
                <a:cs typeface="Times New Roman" panose="02020603050405020304" pitchFamily="18" charset="0"/>
              </a:rPr>
              <a:t>RAJAMADAM - 614 701</a:t>
            </a:r>
            <a:endParaRPr lang="en-IN" sz="2400" dirty="0">
              <a:solidFill>
                <a:srgbClr val="9C1116"/>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924609C-41CC-999A-8FFC-71353E1A23F6}"/>
              </a:ext>
            </a:extLst>
          </p:cNvPr>
          <p:cNvSpPr txBox="1"/>
          <p:nvPr/>
        </p:nvSpPr>
        <p:spPr>
          <a:xfrm>
            <a:off x="54963" y="2775216"/>
            <a:ext cx="12082073" cy="1305165"/>
          </a:xfrm>
          <a:prstGeom prst="rect">
            <a:avLst/>
          </a:prstGeom>
          <a:noFill/>
        </p:spPr>
        <p:txBody>
          <a:bodyPr wrap="square">
            <a:spAutoFit/>
          </a:bodyPr>
          <a:lstStyle/>
          <a:p>
            <a:pPr algn="ctr">
              <a:lnSpc>
                <a:spcPct val="150000"/>
              </a:lnSpc>
            </a:pPr>
            <a:r>
              <a:rPr lang="en-US" sz="2800" b="1" dirty="0">
                <a:solidFill>
                  <a:srgbClr val="4169E1"/>
                </a:solidFill>
                <a:latin typeface="Times New Roman" panose="02020603050405020304" pitchFamily="18" charset="0"/>
                <a:cs typeface="Times New Roman" panose="02020603050405020304" pitchFamily="18" charset="0"/>
              </a:rPr>
              <a:t>AGENT BASED BLOCKING AND RESPONSE, INTRUSION </a:t>
            </a:r>
          </a:p>
          <a:p>
            <a:pPr algn="ctr">
              <a:lnSpc>
                <a:spcPct val="150000"/>
              </a:lnSpc>
            </a:pPr>
            <a:r>
              <a:rPr lang="en-US" sz="2800" b="1" dirty="0">
                <a:solidFill>
                  <a:srgbClr val="4169E1"/>
                </a:solidFill>
                <a:latin typeface="Times New Roman" panose="02020603050405020304" pitchFamily="18" charset="0"/>
                <a:cs typeface="Times New Roman" panose="02020603050405020304" pitchFamily="18" charset="0"/>
              </a:rPr>
              <a:t>DETECTION USING SIGNATURE</a:t>
            </a:r>
          </a:p>
        </p:txBody>
      </p:sp>
      <p:sp>
        <p:nvSpPr>
          <p:cNvPr id="9" name="TextBox 8">
            <a:extLst>
              <a:ext uri="{FF2B5EF4-FFF2-40B4-BE49-F238E27FC236}">
                <a16:creationId xmlns:a16="http://schemas.microsoft.com/office/drawing/2014/main" id="{0981CD27-6DEE-EEB3-04C3-3F0AEF4E5F99}"/>
              </a:ext>
            </a:extLst>
          </p:cNvPr>
          <p:cNvSpPr txBox="1"/>
          <p:nvPr/>
        </p:nvSpPr>
        <p:spPr>
          <a:xfrm>
            <a:off x="488985" y="5342056"/>
            <a:ext cx="5494720" cy="1200329"/>
          </a:xfrm>
          <a:prstGeom prst="rect">
            <a:avLst/>
          </a:prstGeom>
          <a:noFill/>
        </p:spPr>
        <p:txBody>
          <a:bodyPr wrap="square">
            <a:spAutoFit/>
          </a:bodyPr>
          <a:lstStyle/>
          <a:p>
            <a:r>
              <a:rPr lang="en-US" sz="2400" dirty="0">
                <a:latin typeface="Times New Roman" panose="02020603050405020304" pitchFamily="18" charset="0"/>
                <a:cs typeface="Arial" panose="020B0604020202020204" pitchFamily="34" charset="0"/>
              </a:rPr>
              <a:t>Team Members</a:t>
            </a:r>
          </a:p>
          <a:p>
            <a:r>
              <a:rPr lang="en-US" sz="2400" dirty="0">
                <a:latin typeface="Times New Roman" panose="02020603050405020304" pitchFamily="18" charset="0"/>
                <a:cs typeface="Arial" panose="020B0604020202020204" pitchFamily="34" charset="0"/>
              </a:rPr>
              <a:t>   Sakthikumaran N  - 822122104021</a:t>
            </a:r>
          </a:p>
          <a:p>
            <a:r>
              <a:rPr lang="en-US" sz="2400" dirty="0">
                <a:latin typeface="Times New Roman" panose="02020603050405020304" pitchFamily="18" charset="0"/>
                <a:cs typeface="Arial" panose="020B0604020202020204" pitchFamily="34" charset="0"/>
              </a:rPr>
              <a:t>   Kaushik K	         - 822122104037</a:t>
            </a:r>
            <a:endParaRPr lang="en-IN" sz="2400" dirty="0">
              <a:latin typeface="Times New Roman" panose="02020603050405020304" pitchFamily="18" charset="0"/>
              <a:cs typeface="Arial" panose="020B0604020202020204" pitchFamily="34" charset="0"/>
            </a:endParaRPr>
          </a:p>
        </p:txBody>
      </p:sp>
      <p:sp>
        <p:nvSpPr>
          <p:cNvPr id="11" name="TextBox 10">
            <a:extLst>
              <a:ext uri="{FF2B5EF4-FFF2-40B4-BE49-F238E27FC236}">
                <a16:creationId xmlns:a16="http://schemas.microsoft.com/office/drawing/2014/main" id="{148FCB1C-483D-BF3D-13EF-0C3BC17E1678}"/>
              </a:ext>
            </a:extLst>
          </p:cNvPr>
          <p:cNvSpPr txBox="1"/>
          <p:nvPr/>
        </p:nvSpPr>
        <p:spPr>
          <a:xfrm>
            <a:off x="8833702" y="5342056"/>
            <a:ext cx="3968647" cy="1200329"/>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Supervisor</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Dr.K.Preethi</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Department Of CSE</a:t>
            </a:r>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1EDF1EF-4CC3-EA9A-9995-E3E796AFD0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64" y="158718"/>
            <a:ext cx="1545337" cy="1485901"/>
          </a:xfrm>
          <a:prstGeom prst="rect">
            <a:avLst/>
          </a:prstGeom>
        </p:spPr>
      </p:pic>
    </p:spTree>
    <p:extLst>
      <p:ext uri="{BB962C8B-B14F-4D97-AF65-F5344CB8AC3E}">
        <p14:creationId xmlns:p14="http://schemas.microsoft.com/office/powerpoint/2010/main" val="77435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B46DD363-67A3-2FE4-631C-EFC27CDB42A9}"/>
              </a:ext>
            </a:extLst>
          </p:cNvPr>
          <p:cNvSpPr>
            <a:spLocks noGrp="1"/>
          </p:cNvSpPr>
          <p:nvPr>
            <p:ph type="dt" sz="half" idx="10"/>
          </p:nvPr>
        </p:nvSpPr>
        <p:spPr/>
        <p:txBody>
          <a:bodyPr/>
          <a:lstStyle/>
          <a:p>
            <a:fld id="{6BFB648B-74BE-459A-BA4D-DA2E40A72715}" type="datetime1">
              <a:rPr lang="en-IN" smtClean="0">
                <a:latin typeface="Times New Roman" panose="02020603050405020304" pitchFamily="18" charset="0"/>
                <a:cs typeface="Times New Roman" panose="02020603050405020304" pitchFamily="18" charset="0"/>
              </a:rPr>
              <a:t>04-05-2026</a:t>
            </a:fld>
            <a:endParaRPr lang="en-IN" dirty="0">
              <a:latin typeface="Times New Roman" panose="02020603050405020304" pitchFamily="18" charset="0"/>
              <a:cs typeface="Times New Roman" panose="02020603050405020304" pitchFamily="18" charset="0"/>
            </a:endParaRPr>
          </a:p>
        </p:txBody>
      </p:sp>
      <p:sp>
        <p:nvSpPr>
          <p:cNvPr id="11" name="Footer Placeholder 10">
            <a:extLst>
              <a:ext uri="{FF2B5EF4-FFF2-40B4-BE49-F238E27FC236}">
                <a16:creationId xmlns:a16="http://schemas.microsoft.com/office/drawing/2014/main" id="{39759E22-36F4-8CDE-CE1D-CF2132C031C0}"/>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Project Viva voce Examination</a:t>
            </a:r>
          </a:p>
        </p:txBody>
      </p:sp>
      <p:sp>
        <p:nvSpPr>
          <p:cNvPr id="12" name="Slide Number Placeholder 11">
            <a:extLst>
              <a:ext uri="{FF2B5EF4-FFF2-40B4-BE49-F238E27FC236}">
                <a16:creationId xmlns:a16="http://schemas.microsoft.com/office/drawing/2014/main" id="{2BE4BA4A-A6B1-129B-70D0-CA3F4F2D2735}"/>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cs typeface="Times New Roman" panose="02020603050405020304" pitchFamily="18" charset="0"/>
              </a:rPr>
              <a:t>2</a:t>
            </a:fld>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E017311-3FA4-4860-486C-DC329758454E}"/>
              </a:ext>
            </a:extLst>
          </p:cNvPr>
          <p:cNvSpPr txBox="1"/>
          <p:nvPr/>
        </p:nvSpPr>
        <p:spPr>
          <a:xfrm>
            <a:off x="838197" y="410965"/>
            <a:ext cx="10515601" cy="461665"/>
          </a:xfrm>
          <a:prstGeom prst="rect">
            <a:avLst/>
          </a:prstGeom>
          <a:noFill/>
        </p:spPr>
        <p:txBody>
          <a:bodyPr wrap="square" rtlCol="0">
            <a:spAutoFit/>
          </a:bodyPr>
          <a:lstStyle/>
          <a:p>
            <a:r>
              <a:rPr lang="en-US" sz="2400" b="1" dirty="0">
                <a:latin typeface="Times New Roman" panose="02020603050405020304" pitchFamily="18" charset="0"/>
              </a:rPr>
              <a:t>CONTENTS</a:t>
            </a:r>
            <a:endParaRPr lang="en-IN" sz="2400" b="1" dirty="0">
              <a:latin typeface="Times New Roman" panose="02020603050405020304" pitchFamily="18" charset="0"/>
            </a:endParaRPr>
          </a:p>
        </p:txBody>
      </p:sp>
      <p:sp>
        <p:nvSpPr>
          <p:cNvPr id="4" name="TextBox 3">
            <a:extLst>
              <a:ext uri="{FF2B5EF4-FFF2-40B4-BE49-F238E27FC236}">
                <a16:creationId xmlns:a16="http://schemas.microsoft.com/office/drawing/2014/main" id="{102D97E0-3D86-1FBF-55DD-FC90D1DFAB95}"/>
              </a:ext>
            </a:extLst>
          </p:cNvPr>
          <p:cNvSpPr txBox="1"/>
          <p:nvPr/>
        </p:nvSpPr>
        <p:spPr>
          <a:xfrm>
            <a:off x="838198" y="1046123"/>
            <a:ext cx="10515601" cy="511531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Introduction</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Literature Survey</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Research Gap</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Problem Statement</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Objectives</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System Architecture</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Methodology</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Implementation</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Output</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References</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Publications</a:t>
            </a:r>
          </a:p>
        </p:txBody>
      </p:sp>
    </p:spTree>
    <p:extLst>
      <p:ext uri="{BB962C8B-B14F-4D97-AF65-F5344CB8AC3E}">
        <p14:creationId xmlns:p14="http://schemas.microsoft.com/office/powerpoint/2010/main" val="1650362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3B10D8-1285-B842-AA68-8142E3828BB1}"/>
              </a:ext>
            </a:extLst>
          </p:cNvPr>
          <p:cNvSpPr txBox="1"/>
          <p:nvPr/>
        </p:nvSpPr>
        <p:spPr>
          <a:xfrm>
            <a:off x="838199" y="1022531"/>
            <a:ext cx="10515601" cy="2806987"/>
          </a:xfrm>
          <a:prstGeom prst="rect">
            <a:avLst/>
          </a:prstGeom>
          <a:noFill/>
        </p:spPr>
        <p:txBody>
          <a:bodyPr wrap="square" rtlCol="0">
            <a:spAutoFit/>
          </a:bodyPr>
          <a:lstStyle/>
          <a:p>
            <a:pPr marL="285750" lvl="0" indent="-285750" algn="just" defTabSz="914400"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Distributed Edge Defense: This system replaces centralized firewalls with 250 localized agents across campus labs and hostels, using </a:t>
            </a:r>
            <a:r>
              <a:rPr lang="en-US" altLang="en-US" sz="2000" dirty="0" err="1">
                <a:latin typeface="Times New Roman" panose="02020603050405020304" pitchFamily="18" charset="0"/>
                <a:cs typeface="Times New Roman" panose="02020603050405020304" pitchFamily="18" charset="0"/>
              </a:rPr>
              <a:t>libpcap</a:t>
            </a:r>
            <a:r>
              <a:rPr lang="en-US" altLang="en-US" sz="2000" dirty="0">
                <a:latin typeface="Times New Roman" panose="02020603050405020304" pitchFamily="18" charset="0"/>
                <a:cs typeface="Times New Roman" panose="02020603050405020304" pitchFamily="18" charset="0"/>
              </a:rPr>
              <a:t> and iptables to detect and block threats instantly at the source before they can spread.</a:t>
            </a:r>
          </a:p>
          <a:p>
            <a:pPr marL="285750" lvl="0" indent="-285750" algn="just" defTabSz="914400" eaLnBrk="0" fontAlgn="base" hangingPunct="0">
              <a:lnSpc>
                <a:spcPct val="150000"/>
              </a:lnSpc>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Intelligent Forensic Scalability: By utilizing 80,000 Snort rules, the architecture identifies complex attack patterns and generates real-time JSON reports, providing administrators with a high-fidelity heatmap of security trends across the entire university.</a:t>
            </a:r>
          </a:p>
        </p:txBody>
      </p:sp>
      <p:sp>
        <p:nvSpPr>
          <p:cNvPr id="4" name="Date Placeholder 3">
            <a:extLst>
              <a:ext uri="{FF2B5EF4-FFF2-40B4-BE49-F238E27FC236}">
                <a16:creationId xmlns:a16="http://schemas.microsoft.com/office/drawing/2014/main" id="{0EE6434F-5826-24E4-9547-70AD71513D1F}"/>
              </a:ext>
            </a:extLst>
          </p:cNvPr>
          <p:cNvSpPr>
            <a:spLocks noGrp="1"/>
          </p:cNvSpPr>
          <p:nvPr>
            <p:ph type="dt" sz="half" idx="10"/>
          </p:nvPr>
        </p:nvSpPr>
        <p:spPr/>
        <p:txBody>
          <a:bodyPr/>
          <a:lstStyle/>
          <a:p>
            <a:fld id="{3D7C5757-14B3-48FF-BE89-25959E9D9AB2}" type="datetime1">
              <a:rPr lang="en-IN" smtClean="0">
                <a:latin typeface="Times New Roman" panose="02020603050405020304" pitchFamily="18" charset="0"/>
                <a:cs typeface="Times New Roman" panose="02020603050405020304" pitchFamily="18" charset="0"/>
              </a:rPr>
              <a:t>04-05-2026</a:t>
            </a:fld>
            <a:endParaRPr lang="en-IN"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1162E26A-AB25-4D6C-A2AE-A934BBB985F5}"/>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Project Viva voce Examination</a:t>
            </a:r>
          </a:p>
        </p:txBody>
      </p:sp>
      <p:sp>
        <p:nvSpPr>
          <p:cNvPr id="6" name="Slide Number Placeholder 5">
            <a:extLst>
              <a:ext uri="{FF2B5EF4-FFF2-40B4-BE49-F238E27FC236}">
                <a16:creationId xmlns:a16="http://schemas.microsoft.com/office/drawing/2014/main" id="{EFB40947-2C6A-5B43-BB3B-C1897036C1F7}"/>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cs typeface="Times New Roman" panose="02020603050405020304" pitchFamily="18" charset="0"/>
              </a:rPr>
              <a:t>3</a:t>
            </a:fld>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FFD4873-114F-5969-2E33-5D2AD4000121}"/>
              </a:ext>
            </a:extLst>
          </p:cNvPr>
          <p:cNvSpPr txBox="1"/>
          <p:nvPr/>
        </p:nvSpPr>
        <p:spPr>
          <a:xfrm>
            <a:off x="838199" y="410965"/>
            <a:ext cx="10515601" cy="461665"/>
          </a:xfrm>
          <a:prstGeom prst="rect">
            <a:avLst/>
          </a:prstGeom>
          <a:noFill/>
        </p:spPr>
        <p:txBody>
          <a:bodyPr wrap="square" rtlCol="0">
            <a:spAutoFit/>
          </a:bodyPr>
          <a:lstStyle/>
          <a:p>
            <a:r>
              <a:rPr lang="en-US" sz="2400" b="1" dirty="0">
                <a:latin typeface="Times New Roman" panose="02020603050405020304" pitchFamily="18" charset="0"/>
              </a:rPr>
              <a:t>INTRODUCTION</a:t>
            </a:r>
            <a:endParaRPr lang="en-IN" sz="2400" b="1" dirty="0">
              <a:latin typeface="Times New Roman" panose="02020603050405020304" pitchFamily="18" charset="0"/>
            </a:endParaRPr>
          </a:p>
        </p:txBody>
      </p:sp>
    </p:spTree>
    <p:extLst>
      <p:ext uri="{BB962C8B-B14F-4D97-AF65-F5344CB8AC3E}">
        <p14:creationId xmlns:p14="http://schemas.microsoft.com/office/powerpoint/2010/main" val="3117670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A08050D-AF6C-EC62-5082-53B1B45E3136}"/>
              </a:ext>
            </a:extLst>
          </p:cNvPr>
          <p:cNvSpPr>
            <a:spLocks noGrp="1"/>
          </p:cNvSpPr>
          <p:nvPr>
            <p:ph type="dt" sz="half" idx="10"/>
          </p:nvPr>
        </p:nvSpPr>
        <p:spPr/>
        <p:txBody>
          <a:bodyPr/>
          <a:lstStyle/>
          <a:p>
            <a:fld id="{E074EA99-8101-4488-8FA9-A26B9D1EFE66}" type="datetime1">
              <a:rPr lang="en-IN" smtClean="0">
                <a:latin typeface="Times New Roman" panose="02020603050405020304" pitchFamily="18" charset="0"/>
                <a:cs typeface="Times New Roman" panose="02020603050405020304" pitchFamily="18" charset="0"/>
              </a:rPr>
              <a:t>04-05-2026</a:t>
            </a:fld>
            <a:endParaRPr lang="en-IN"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91368E78-CA74-B403-7B05-993CC697400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Project Viva voce Examination</a:t>
            </a:r>
          </a:p>
        </p:txBody>
      </p:sp>
      <p:sp>
        <p:nvSpPr>
          <p:cNvPr id="6" name="Slide Number Placeholder 5">
            <a:extLst>
              <a:ext uri="{FF2B5EF4-FFF2-40B4-BE49-F238E27FC236}">
                <a16:creationId xmlns:a16="http://schemas.microsoft.com/office/drawing/2014/main" id="{BE27CBAD-A1B6-A793-6710-399A775E2EDA}"/>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cs typeface="Times New Roman" panose="02020603050405020304" pitchFamily="18" charset="0"/>
              </a:rPr>
              <a:t>4</a:t>
            </a:fld>
            <a:endParaRPr lang="en-IN"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D98C3A37-9484-74D2-6978-FA06D75970D4}"/>
              </a:ext>
            </a:extLst>
          </p:cNvPr>
          <p:cNvGraphicFramePr>
            <a:graphicFrameLocks noGrp="1"/>
          </p:cNvGraphicFramePr>
          <p:nvPr>
            <p:extLst>
              <p:ext uri="{D42A27DB-BD31-4B8C-83A1-F6EECF244321}">
                <p14:modId xmlns:p14="http://schemas.microsoft.com/office/powerpoint/2010/main" val="690574102"/>
              </p:ext>
            </p:extLst>
          </p:nvPr>
        </p:nvGraphicFramePr>
        <p:xfrm>
          <a:off x="149902" y="613180"/>
          <a:ext cx="11812249" cy="6109960"/>
        </p:xfrm>
        <a:graphic>
          <a:graphicData uri="http://schemas.openxmlformats.org/drawingml/2006/table">
            <a:tbl>
              <a:tblPr firstRow="1" bandRow="1">
                <a:tableStyleId>{5940675A-B579-460E-94D1-54222C63F5DA}</a:tableStyleId>
              </a:tblPr>
              <a:tblGrid>
                <a:gridCol w="3267855">
                  <a:extLst>
                    <a:ext uri="{9D8B030D-6E8A-4147-A177-3AD203B41FA5}">
                      <a16:colId xmlns:a16="http://schemas.microsoft.com/office/drawing/2014/main" val="3761781199"/>
                    </a:ext>
                  </a:extLst>
                </a:gridCol>
                <a:gridCol w="2308486">
                  <a:extLst>
                    <a:ext uri="{9D8B030D-6E8A-4147-A177-3AD203B41FA5}">
                      <a16:colId xmlns:a16="http://schemas.microsoft.com/office/drawing/2014/main" val="422600265"/>
                    </a:ext>
                  </a:extLst>
                </a:gridCol>
                <a:gridCol w="2128603">
                  <a:extLst>
                    <a:ext uri="{9D8B030D-6E8A-4147-A177-3AD203B41FA5}">
                      <a16:colId xmlns:a16="http://schemas.microsoft.com/office/drawing/2014/main" val="59717942"/>
                    </a:ext>
                  </a:extLst>
                </a:gridCol>
                <a:gridCol w="2188564">
                  <a:extLst>
                    <a:ext uri="{9D8B030D-6E8A-4147-A177-3AD203B41FA5}">
                      <a16:colId xmlns:a16="http://schemas.microsoft.com/office/drawing/2014/main" val="3742445900"/>
                    </a:ext>
                  </a:extLst>
                </a:gridCol>
                <a:gridCol w="1918741">
                  <a:extLst>
                    <a:ext uri="{9D8B030D-6E8A-4147-A177-3AD203B41FA5}">
                      <a16:colId xmlns:a16="http://schemas.microsoft.com/office/drawing/2014/main" val="149581585"/>
                    </a:ext>
                  </a:extLst>
                </a:gridCol>
              </a:tblGrid>
              <a:tr h="822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latin typeface="Times New Roman" panose="02020603050405020304" pitchFamily="18" charset="0"/>
                          <a:cs typeface="Times New Roman" panose="02020603050405020304" pitchFamily="18" charset="0"/>
                        </a:rPr>
                        <a:t>Journal name , author (s) , year of publication </a:t>
                      </a:r>
                    </a:p>
                  </a:txBody>
                  <a:tcPr/>
                </a:tc>
                <a:tc>
                  <a:txBody>
                    <a:bodyPr/>
                    <a:lstStyle/>
                    <a:p>
                      <a:pPr algn="ctr"/>
                      <a:r>
                        <a:rPr lang="en-US" sz="2000" b="1" dirty="0">
                          <a:latin typeface="Times New Roman" panose="02020603050405020304" pitchFamily="18" charset="0"/>
                          <a:cs typeface="Times New Roman" panose="02020603050405020304" pitchFamily="18" charset="0"/>
                        </a:rPr>
                        <a:t>Nature of work carried out </a:t>
                      </a:r>
                    </a:p>
                  </a:txBody>
                  <a:tcPr anchor="ctr"/>
                </a:tc>
                <a:tc>
                  <a:txBody>
                    <a:bodyPr/>
                    <a:lstStyle/>
                    <a:p>
                      <a:pPr algn="ctr"/>
                      <a:r>
                        <a:rPr lang="en-US" sz="2000" b="1" dirty="0">
                          <a:latin typeface="Times New Roman" panose="02020603050405020304" pitchFamily="18" charset="0"/>
                          <a:cs typeface="Times New Roman" panose="02020603050405020304" pitchFamily="18" charset="0"/>
                        </a:rPr>
                        <a:t>Methodology used</a:t>
                      </a:r>
                    </a:p>
                  </a:txBody>
                  <a:tcPr anchor="ctr"/>
                </a:tc>
                <a:tc>
                  <a:txBody>
                    <a:bodyPr/>
                    <a:lstStyle/>
                    <a:p>
                      <a:pPr algn="ctr"/>
                      <a:r>
                        <a:rPr lang="en-US" sz="2000" b="1" dirty="0">
                          <a:latin typeface="Times New Roman" panose="02020603050405020304" pitchFamily="18" charset="0"/>
                          <a:cs typeface="Times New Roman" panose="02020603050405020304" pitchFamily="18" charset="0"/>
                        </a:rPr>
                        <a:t>Observation </a:t>
                      </a:r>
                    </a:p>
                  </a:txBody>
                  <a:tcPr anchor="ctr"/>
                </a:tc>
                <a:tc>
                  <a:txBody>
                    <a:bodyPr/>
                    <a:lstStyle/>
                    <a:p>
                      <a:pPr algn="ctr"/>
                      <a:r>
                        <a:rPr lang="en-US" sz="2000" b="1" dirty="0">
                          <a:latin typeface="Times New Roman" panose="02020603050405020304" pitchFamily="18" charset="0"/>
                          <a:cs typeface="Times New Roman" panose="02020603050405020304" pitchFamily="18" charset="0"/>
                        </a:rPr>
                        <a:t> Limitation</a:t>
                      </a:r>
                    </a:p>
                  </a:txBody>
                  <a:tcPr anchor="ctr"/>
                </a:tc>
                <a:extLst>
                  <a:ext uri="{0D108BD9-81ED-4DB2-BD59-A6C34878D82A}">
                    <a16:rowId xmlns:a16="http://schemas.microsoft.com/office/drawing/2014/main" val="1557305770"/>
                  </a:ext>
                </a:extLst>
              </a:tr>
              <a:tr h="1316151">
                <a:tc>
                  <a:txBody>
                    <a:bodyPr/>
                    <a:lstStyle/>
                    <a:p>
                      <a:r>
                        <a:rPr lang="en-US" sz="2000" dirty="0">
                          <a:latin typeface="Times New Roman" panose="02020603050405020304" pitchFamily="18" charset="0"/>
                          <a:ea typeface="Calibri" panose="020F0502020204030204" pitchFamily="34" charset="0"/>
                          <a:cs typeface="Times New Roman" panose="02020603050405020304" pitchFamily="18" charset="0"/>
                        </a:rPr>
                        <a:t>A Secured Intrusion Detection System for Mobile Edge Computing, Khalid Alsubhi,2024</a:t>
                      </a:r>
                    </a:p>
                  </a:txBody>
                  <a:tcPr/>
                </a:tc>
                <a:tc>
                  <a:txBody>
                    <a:bodyPr/>
                    <a:lstStyle/>
                    <a:p>
                      <a:r>
                        <a:rPr lang="en-US" sz="2000" dirty="0">
                          <a:latin typeface="Times New Roman" panose="02020603050405020304" pitchFamily="18" charset="0"/>
                          <a:cs typeface="Times New Roman" panose="02020603050405020304" pitchFamily="18" charset="0"/>
                        </a:rPr>
                        <a:t>Distributed detection to the network edge to cut latency.</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t>Integrated </a:t>
                      </a:r>
                      <a:r>
                        <a:rPr lang="en-US" sz="2000" b="1" dirty="0"/>
                        <a:t>signature/anomaly detection</a:t>
                      </a:r>
                      <a:r>
                        <a:rPr lang="en-US" sz="2000" dirty="0"/>
                        <a:t> with MEC task distribution.</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b="1" dirty="0"/>
                        <a:t>Edge-based detection</a:t>
                      </a:r>
                      <a:r>
                        <a:rPr lang="en-US" sz="2000" dirty="0"/>
                        <a:t> significantly cuts response times.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t>High </a:t>
                      </a:r>
                      <a:r>
                        <a:rPr lang="en-US" sz="2000" b="1" dirty="0"/>
                        <a:t>coordination overhead</a:t>
                      </a:r>
                      <a:r>
                        <a:rPr lang="en-US" sz="2000" dirty="0"/>
                        <a:t> between many edge nodes.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3348856"/>
                  </a:ext>
                </a:extLst>
              </a:tr>
              <a:tr h="15629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ea typeface="Calibri" panose="020F0502020204030204" pitchFamily="34" charset="0"/>
                          <a:cs typeface="Times New Roman" panose="02020603050405020304" pitchFamily="18" charset="0"/>
                        </a:rPr>
                        <a:t>Performance optimization of Snort based on DPDK and </a:t>
                      </a:r>
                      <a:r>
                        <a:rPr lang="en-US" sz="2000" dirty="0" err="1">
                          <a:latin typeface="Times New Roman" panose="02020603050405020304" pitchFamily="18" charset="0"/>
                          <a:ea typeface="Calibri" panose="020F0502020204030204" pitchFamily="34" charset="0"/>
                          <a:cs typeface="Times New Roman" panose="02020603050405020304" pitchFamily="18" charset="0"/>
                        </a:rPr>
                        <a:t>Hyperscan</a:t>
                      </a:r>
                      <a:r>
                        <a:rPr lang="en-IN" sz="2000" dirty="0">
                          <a:latin typeface="Times New Roman" panose="02020603050405020304" pitchFamily="18" charset="0"/>
                          <a:ea typeface="Calibri" panose="020F0502020204030204" pitchFamily="34" charset="0"/>
                          <a:cs typeface="Times New Roman" panose="02020603050405020304" pitchFamily="18" charset="0"/>
                        </a:rPr>
                        <a:t>,</a:t>
                      </a:r>
                      <a:r>
                        <a:rPr lang="nl-NL" sz="2000" dirty="0">
                          <a:latin typeface="Times New Roman" panose="02020603050405020304" pitchFamily="18" charset="0"/>
                          <a:ea typeface="Calibri" panose="020F0502020204030204" pitchFamily="34" charset="0"/>
                          <a:cs typeface="Times New Roman" panose="02020603050405020304" pitchFamily="18" charset="0"/>
                        </a:rPr>
                        <a:t> Wenying Jiao, Yang Wang, Ming Zhao,2021</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Integrated DPDK/</a:t>
                      </a:r>
                      <a:r>
                        <a:rPr lang="en-US" sz="2000" dirty="0" err="1">
                          <a:latin typeface="Times New Roman" panose="02020603050405020304" pitchFamily="18" charset="0"/>
                          <a:cs typeface="Times New Roman" panose="02020603050405020304" pitchFamily="18" charset="0"/>
                        </a:rPr>
                        <a:t>Hyperscan</a:t>
                      </a:r>
                      <a:r>
                        <a:rPr lang="en-US" sz="2000" dirty="0">
                          <a:latin typeface="Times New Roman" panose="02020603050405020304" pitchFamily="18" charset="0"/>
                          <a:cs typeface="Times New Roman" panose="02020603050405020304" pitchFamily="18" charset="0"/>
                        </a:rPr>
                        <a:t> to stop packet loss at high speeds.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t>Redesigned </a:t>
                      </a:r>
                      <a:r>
                        <a:rPr lang="en-US" sz="2000" b="1" dirty="0"/>
                        <a:t>Snort DAQ with DPDK</a:t>
                      </a:r>
                      <a:r>
                        <a:rPr lang="en-US" sz="2000" dirty="0"/>
                        <a:t> and used </a:t>
                      </a:r>
                      <a:r>
                        <a:rPr lang="en-US" sz="2000" dirty="0" err="1"/>
                        <a:t>Hyperscan</a:t>
                      </a:r>
                      <a:r>
                        <a:rPr lang="en-US" sz="2000" dirty="0"/>
                        <a:t> for matching.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b="1" dirty="0"/>
                        <a:t>DPDK/ </a:t>
                      </a:r>
                      <a:r>
                        <a:rPr lang="en-US" sz="2000" b="1" dirty="0" err="1"/>
                        <a:t>Hyperscan</a:t>
                      </a:r>
                      <a:r>
                        <a:rPr lang="en-US" sz="2000" dirty="0"/>
                        <a:t> allows 10G+ speeds without packet loss.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t>Strict </a:t>
                      </a:r>
                      <a:r>
                        <a:rPr lang="en-US" sz="2000" b="1" dirty="0"/>
                        <a:t>hardware dependency</a:t>
                      </a:r>
                      <a:r>
                        <a:rPr lang="en-US" sz="2000" dirty="0"/>
                        <a:t> on DPDK-compatible NICs.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90469660"/>
                  </a:ext>
                </a:extLst>
              </a:tr>
              <a:tr h="20564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ea typeface="Calibri" panose="020F0502020204030204" pitchFamily="34" charset="0"/>
                          <a:cs typeface="Times New Roman" panose="02020603050405020304" pitchFamily="18" charset="0"/>
                        </a:rPr>
                        <a:t>Distributed Architecture of Snort IDS in Cloud Environment,</a:t>
                      </a:r>
                      <a:r>
                        <a:rPr lang="en-IN" sz="2000" dirty="0">
                          <a:latin typeface="Times New Roman" panose="02020603050405020304" pitchFamily="18" charset="0"/>
                          <a:ea typeface="Calibri" panose="020F0502020204030204" pitchFamily="34" charset="0"/>
                          <a:cs typeface="Times New Roman" panose="02020603050405020304" pitchFamily="18" charset="0"/>
                        </a:rPr>
                        <a:t>Mondher Essid, Mohamed Er-</a:t>
                      </a:r>
                      <a:r>
                        <a:rPr lang="en-IN" sz="2000" dirty="0" err="1">
                          <a:latin typeface="Times New Roman" panose="02020603050405020304" pitchFamily="18" charset="0"/>
                          <a:ea typeface="Calibri" panose="020F0502020204030204" pitchFamily="34" charset="0"/>
                          <a:cs typeface="Times New Roman" panose="02020603050405020304" pitchFamily="18" charset="0"/>
                        </a:rPr>
                        <a:t>rouidi</a:t>
                      </a:r>
                      <a:r>
                        <a:rPr lang="en-IN" sz="2000" dirty="0">
                          <a:latin typeface="Times New Roman" panose="02020603050405020304" pitchFamily="18" charset="0"/>
                          <a:ea typeface="Calibri" panose="020F0502020204030204" pitchFamily="34" charset="0"/>
                          <a:cs typeface="Times New Roman" panose="02020603050405020304" pitchFamily="18" charset="0"/>
                        </a:rPr>
                        <a:t>, Hicham </a:t>
                      </a:r>
                      <a:r>
                        <a:rPr lang="en-IN" sz="2000" dirty="0" err="1">
                          <a:latin typeface="Times New Roman" panose="02020603050405020304" pitchFamily="18" charset="0"/>
                          <a:ea typeface="Calibri" panose="020F0502020204030204" pitchFamily="34" charset="0"/>
                          <a:cs typeface="Times New Roman" panose="02020603050405020304" pitchFamily="18" charset="0"/>
                        </a:rPr>
                        <a:t>Mouncif</a:t>
                      </a:r>
                      <a:r>
                        <a:rPr lang="en-IN" sz="2000" dirty="0">
                          <a:latin typeface="Times New Roman" panose="02020603050405020304" pitchFamily="18" charset="0"/>
                          <a:ea typeface="Calibri" panose="020F0502020204030204" pitchFamily="34" charset="0"/>
                          <a:cs typeface="Times New Roman" panose="02020603050405020304" pitchFamily="18" charset="0"/>
                        </a:rPr>
                        <a:t>, and B. El Hadadi,2021</a:t>
                      </a:r>
                    </a:p>
                  </a:txBody>
                  <a:tcPr/>
                </a:tc>
                <a:tc>
                  <a:txBody>
                    <a:bodyPr/>
                    <a:lstStyle/>
                    <a:p>
                      <a:r>
                        <a:rPr lang="en-US" sz="2000" dirty="0">
                          <a:latin typeface="Times New Roman" panose="02020603050405020304" pitchFamily="18" charset="0"/>
                          <a:cs typeface="Times New Roman" panose="02020603050405020304" pitchFamily="18" charset="0"/>
                        </a:rPr>
                        <a:t>Used MapReduce to split heavy Snort tasks across cloud nodes.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t>Applied </a:t>
                      </a:r>
                      <a:r>
                        <a:rPr lang="en-US" sz="2000" b="1" dirty="0"/>
                        <a:t>MapReduce and Hadoop</a:t>
                      </a:r>
                      <a:r>
                        <a:rPr lang="en-US" sz="2000" dirty="0"/>
                        <a:t> for cloud-based task fragmentation.</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b="1" dirty="0"/>
                        <a:t>Task fragmentation</a:t>
                      </a:r>
                      <a:r>
                        <a:rPr lang="en-IN" sz="2000" dirty="0"/>
                        <a:t> stops central server resource crashes.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t>Massive </a:t>
                      </a:r>
                      <a:r>
                        <a:rPr lang="en-US" sz="2000" b="1" dirty="0"/>
                        <a:t>resource usage</a:t>
                      </a:r>
                      <a:r>
                        <a:rPr lang="en-US" sz="2000" dirty="0"/>
                        <a:t> for the Hadoop/Cloud stack.</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07410312"/>
                  </a:ext>
                </a:extLst>
              </a:tr>
            </a:tbl>
          </a:graphicData>
        </a:graphic>
      </p:graphicFrame>
      <p:sp>
        <p:nvSpPr>
          <p:cNvPr id="9" name="TextBox 8">
            <a:extLst>
              <a:ext uri="{FF2B5EF4-FFF2-40B4-BE49-F238E27FC236}">
                <a16:creationId xmlns:a16="http://schemas.microsoft.com/office/drawing/2014/main" id="{6FE1EE3D-4909-3C1F-861E-5DEBE75B268C}"/>
              </a:ext>
            </a:extLst>
          </p:cNvPr>
          <p:cNvSpPr txBox="1"/>
          <p:nvPr/>
        </p:nvSpPr>
        <p:spPr>
          <a:xfrm>
            <a:off x="149902" y="134860"/>
            <a:ext cx="10515601" cy="461665"/>
          </a:xfrm>
          <a:prstGeom prst="rect">
            <a:avLst/>
          </a:prstGeom>
          <a:noFill/>
        </p:spPr>
        <p:txBody>
          <a:bodyPr wrap="square" rtlCol="0">
            <a:spAutoFit/>
          </a:bodyPr>
          <a:lstStyle/>
          <a:p>
            <a:r>
              <a:rPr lang="en-US" sz="2400" b="1" dirty="0">
                <a:latin typeface="Times New Roman" panose="02020603050405020304" pitchFamily="18" charset="0"/>
              </a:rPr>
              <a:t>LITERATURE SURVEY</a:t>
            </a:r>
          </a:p>
        </p:txBody>
      </p:sp>
    </p:spTree>
    <p:extLst>
      <p:ext uri="{BB962C8B-B14F-4D97-AF65-F5344CB8AC3E}">
        <p14:creationId xmlns:p14="http://schemas.microsoft.com/office/powerpoint/2010/main" val="2325899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B97999-5F32-D634-CC27-D5C332BE43D6}"/>
              </a:ext>
            </a:extLst>
          </p:cNvPr>
          <p:cNvSpPr>
            <a:spLocks noGrp="1"/>
          </p:cNvSpPr>
          <p:nvPr>
            <p:ph type="dt" sz="half" idx="10"/>
          </p:nvPr>
        </p:nvSpPr>
        <p:spPr/>
        <p:txBody>
          <a:bodyPr/>
          <a:lstStyle/>
          <a:p>
            <a:fld id="{DB342DCA-C736-47D2-A254-542149B8B8D1}" type="datetime1">
              <a:rPr lang="en-IN" smtClean="0"/>
              <a:t>04-05-2026</a:t>
            </a:fld>
            <a:endParaRPr lang="en-IN" dirty="0"/>
          </a:p>
        </p:txBody>
      </p:sp>
      <p:sp>
        <p:nvSpPr>
          <p:cNvPr id="3" name="Footer Placeholder 2">
            <a:extLst>
              <a:ext uri="{FF2B5EF4-FFF2-40B4-BE49-F238E27FC236}">
                <a16:creationId xmlns:a16="http://schemas.microsoft.com/office/drawing/2014/main" id="{01399E09-5133-CDCF-BCA4-BCBD6AFC8106}"/>
              </a:ext>
            </a:extLst>
          </p:cNvPr>
          <p:cNvSpPr>
            <a:spLocks noGrp="1"/>
          </p:cNvSpPr>
          <p:nvPr>
            <p:ph type="ftr" sz="quarter" idx="11"/>
          </p:nvPr>
        </p:nvSpPr>
        <p:spPr/>
        <p:txBody>
          <a:bodyPr/>
          <a:lstStyle/>
          <a:p>
            <a:r>
              <a:rPr lang="en-IN"/>
              <a:t>Project Viva voce Examination</a:t>
            </a:r>
            <a:endParaRPr lang="en-IN" dirty="0"/>
          </a:p>
        </p:txBody>
      </p:sp>
      <p:sp>
        <p:nvSpPr>
          <p:cNvPr id="4" name="Slide Number Placeholder 3">
            <a:extLst>
              <a:ext uri="{FF2B5EF4-FFF2-40B4-BE49-F238E27FC236}">
                <a16:creationId xmlns:a16="http://schemas.microsoft.com/office/drawing/2014/main" id="{F8708C89-837F-D895-F19A-F2A9BE2F5149}"/>
              </a:ext>
            </a:extLst>
          </p:cNvPr>
          <p:cNvSpPr>
            <a:spLocks noGrp="1"/>
          </p:cNvSpPr>
          <p:nvPr>
            <p:ph type="sldNum" sz="quarter" idx="12"/>
          </p:nvPr>
        </p:nvSpPr>
        <p:spPr/>
        <p:txBody>
          <a:bodyPr/>
          <a:lstStyle/>
          <a:p>
            <a:fld id="{8CA87A9D-18A1-46CA-A0E8-ED18A288660F}" type="slidenum">
              <a:rPr lang="en-IN" smtClean="0"/>
              <a:t>5</a:t>
            </a:fld>
            <a:endParaRPr lang="en-IN" dirty="0"/>
          </a:p>
        </p:txBody>
      </p:sp>
      <p:sp>
        <p:nvSpPr>
          <p:cNvPr id="6" name="TextBox 5">
            <a:extLst>
              <a:ext uri="{FF2B5EF4-FFF2-40B4-BE49-F238E27FC236}">
                <a16:creationId xmlns:a16="http://schemas.microsoft.com/office/drawing/2014/main" id="{C1FB5609-3F7D-D720-D7E2-B4B17D1E8F7C}"/>
              </a:ext>
            </a:extLst>
          </p:cNvPr>
          <p:cNvSpPr txBox="1"/>
          <p:nvPr/>
        </p:nvSpPr>
        <p:spPr>
          <a:xfrm>
            <a:off x="209862" y="61575"/>
            <a:ext cx="10515601" cy="461665"/>
          </a:xfrm>
          <a:prstGeom prst="rect">
            <a:avLst/>
          </a:prstGeom>
          <a:noFill/>
        </p:spPr>
        <p:txBody>
          <a:bodyPr wrap="square" rtlCol="0">
            <a:spAutoFit/>
          </a:bodyPr>
          <a:lstStyle/>
          <a:p>
            <a:r>
              <a:rPr lang="en-US" sz="2400" b="1" dirty="0">
                <a:latin typeface="Times New Roman" panose="02020603050405020304" pitchFamily="18" charset="0"/>
              </a:rPr>
              <a:t>LITERATURE</a:t>
            </a:r>
            <a:r>
              <a:rPr lang="en-US" sz="2400" dirty="0">
                <a:latin typeface="Times New Roman" panose="02020603050405020304" pitchFamily="18" charset="0"/>
              </a:rPr>
              <a:t> </a:t>
            </a:r>
            <a:r>
              <a:rPr lang="en-US" sz="2400" b="1" dirty="0">
                <a:latin typeface="Times New Roman" panose="02020603050405020304" pitchFamily="18" charset="0"/>
              </a:rPr>
              <a:t>SURVEY</a:t>
            </a:r>
            <a:r>
              <a:rPr lang="en-US" sz="2400" dirty="0">
                <a:latin typeface="Times New Roman" panose="02020603050405020304" pitchFamily="18" charset="0"/>
              </a:rPr>
              <a:t>(</a:t>
            </a:r>
            <a:r>
              <a:rPr lang="en-US" sz="2400" b="1" dirty="0">
                <a:latin typeface="Times New Roman" panose="02020603050405020304" pitchFamily="18" charset="0"/>
              </a:rPr>
              <a:t>Cont</a:t>
            </a:r>
            <a:r>
              <a:rPr lang="en-US" sz="2400" dirty="0">
                <a:latin typeface="Times New Roman" panose="02020603050405020304" pitchFamily="18" charset="0"/>
              </a:rPr>
              <a:t>.)</a:t>
            </a:r>
          </a:p>
        </p:txBody>
      </p:sp>
      <p:graphicFrame>
        <p:nvGraphicFramePr>
          <p:cNvPr id="9" name="Table 8">
            <a:extLst>
              <a:ext uri="{FF2B5EF4-FFF2-40B4-BE49-F238E27FC236}">
                <a16:creationId xmlns:a16="http://schemas.microsoft.com/office/drawing/2014/main" id="{3B6F217D-E242-E6D3-1681-2F13C33D654A}"/>
              </a:ext>
            </a:extLst>
          </p:cNvPr>
          <p:cNvGraphicFramePr>
            <a:graphicFrameLocks noGrp="1"/>
          </p:cNvGraphicFramePr>
          <p:nvPr>
            <p:extLst>
              <p:ext uri="{D42A27DB-BD31-4B8C-83A1-F6EECF244321}">
                <p14:modId xmlns:p14="http://schemas.microsoft.com/office/powerpoint/2010/main" val="2096591456"/>
              </p:ext>
            </p:extLst>
          </p:nvPr>
        </p:nvGraphicFramePr>
        <p:xfrm>
          <a:off x="209862" y="613181"/>
          <a:ext cx="11752290" cy="6119188"/>
        </p:xfrm>
        <a:graphic>
          <a:graphicData uri="http://schemas.openxmlformats.org/drawingml/2006/table">
            <a:tbl>
              <a:tblPr firstRow="1" bandRow="1">
                <a:tableStyleId>{5940675A-B579-460E-94D1-54222C63F5DA}</a:tableStyleId>
              </a:tblPr>
              <a:tblGrid>
                <a:gridCol w="3968107">
                  <a:extLst>
                    <a:ext uri="{9D8B030D-6E8A-4147-A177-3AD203B41FA5}">
                      <a16:colId xmlns:a16="http://schemas.microsoft.com/office/drawing/2014/main" val="3761781199"/>
                    </a:ext>
                  </a:extLst>
                </a:gridCol>
                <a:gridCol w="2006860">
                  <a:extLst>
                    <a:ext uri="{9D8B030D-6E8A-4147-A177-3AD203B41FA5}">
                      <a16:colId xmlns:a16="http://schemas.microsoft.com/office/drawing/2014/main" val="422600265"/>
                    </a:ext>
                  </a:extLst>
                </a:gridCol>
                <a:gridCol w="2250115">
                  <a:extLst>
                    <a:ext uri="{9D8B030D-6E8A-4147-A177-3AD203B41FA5}">
                      <a16:colId xmlns:a16="http://schemas.microsoft.com/office/drawing/2014/main" val="59717942"/>
                    </a:ext>
                  </a:extLst>
                </a:gridCol>
                <a:gridCol w="1900435">
                  <a:extLst>
                    <a:ext uri="{9D8B030D-6E8A-4147-A177-3AD203B41FA5}">
                      <a16:colId xmlns:a16="http://schemas.microsoft.com/office/drawing/2014/main" val="3742445900"/>
                    </a:ext>
                  </a:extLst>
                </a:gridCol>
                <a:gridCol w="1626773">
                  <a:extLst>
                    <a:ext uri="{9D8B030D-6E8A-4147-A177-3AD203B41FA5}">
                      <a16:colId xmlns:a16="http://schemas.microsoft.com/office/drawing/2014/main" val="149581585"/>
                    </a:ext>
                  </a:extLst>
                </a:gridCol>
              </a:tblGrid>
              <a:tr h="9680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latin typeface="Times New Roman" panose="02020603050405020304" pitchFamily="18" charset="0"/>
                          <a:cs typeface="Times New Roman" panose="02020603050405020304" pitchFamily="18" charset="0"/>
                        </a:rPr>
                        <a:t>Journal name , author (s) , year of publication </a:t>
                      </a:r>
                    </a:p>
                  </a:txBody>
                  <a:tcPr/>
                </a:tc>
                <a:tc>
                  <a:txBody>
                    <a:bodyPr/>
                    <a:lstStyle/>
                    <a:p>
                      <a:pPr algn="ctr"/>
                      <a:r>
                        <a:rPr lang="en-US" sz="2000" b="1" dirty="0">
                          <a:latin typeface="Times New Roman" panose="02020603050405020304" pitchFamily="18" charset="0"/>
                          <a:cs typeface="Times New Roman" panose="02020603050405020304" pitchFamily="18" charset="0"/>
                        </a:rPr>
                        <a:t>Nature of work carried out </a:t>
                      </a:r>
                    </a:p>
                  </a:txBody>
                  <a:tcPr anchor="ctr"/>
                </a:tc>
                <a:tc>
                  <a:txBody>
                    <a:bodyPr/>
                    <a:lstStyle/>
                    <a:p>
                      <a:pPr algn="ctr"/>
                      <a:r>
                        <a:rPr lang="en-US" sz="2000" b="1" dirty="0">
                          <a:latin typeface="Times New Roman" panose="02020603050405020304" pitchFamily="18" charset="0"/>
                          <a:cs typeface="Times New Roman" panose="02020603050405020304" pitchFamily="18" charset="0"/>
                        </a:rPr>
                        <a:t>Methodology used</a:t>
                      </a:r>
                    </a:p>
                  </a:txBody>
                  <a:tcPr anchor="ctr"/>
                </a:tc>
                <a:tc>
                  <a:txBody>
                    <a:bodyPr/>
                    <a:lstStyle/>
                    <a:p>
                      <a:pPr algn="ctr"/>
                      <a:r>
                        <a:rPr lang="en-US" sz="2000" b="1" dirty="0">
                          <a:latin typeface="Times New Roman" panose="02020603050405020304" pitchFamily="18" charset="0"/>
                          <a:cs typeface="Times New Roman" panose="02020603050405020304" pitchFamily="18" charset="0"/>
                        </a:rPr>
                        <a:t>Observation </a:t>
                      </a:r>
                    </a:p>
                  </a:txBody>
                  <a:tcPr anchor="ctr"/>
                </a:tc>
                <a:tc>
                  <a:txBody>
                    <a:bodyPr/>
                    <a:lstStyle/>
                    <a:p>
                      <a:pPr algn="ctr"/>
                      <a:r>
                        <a:rPr lang="en-US" sz="2000" b="1" dirty="0">
                          <a:latin typeface="Times New Roman" panose="02020603050405020304" pitchFamily="18" charset="0"/>
                          <a:cs typeface="Times New Roman" panose="02020603050405020304" pitchFamily="18" charset="0"/>
                        </a:rPr>
                        <a:t> Limitation</a:t>
                      </a:r>
                    </a:p>
                  </a:txBody>
                  <a:tcPr anchor="ctr"/>
                </a:tc>
                <a:extLst>
                  <a:ext uri="{0D108BD9-81ED-4DB2-BD59-A6C34878D82A}">
                    <a16:rowId xmlns:a16="http://schemas.microsoft.com/office/drawing/2014/main" val="1557305770"/>
                  </a:ext>
                </a:extLst>
              </a:tr>
              <a:tr h="1554776">
                <a:tc>
                  <a:txBody>
                    <a:bodyPr/>
                    <a:lstStyle/>
                    <a:p>
                      <a:r>
                        <a:rPr lang="en-US" sz="2000" dirty="0">
                          <a:latin typeface="Times New Roman" panose="02020603050405020304" pitchFamily="18" charset="0"/>
                          <a:cs typeface="Times New Roman" panose="02020603050405020304" pitchFamily="18" charset="0"/>
                        </a:rPr>
                        <a:t>A novel hybrid-based approach of snort automatic rule generator and security event correlation (SARG-SEC),</a:t>
                      </a:r>
                      <a:r>
                        <a:rPr lang="en-IN" sz="2000" dirty="0">
                          <a:latin typeface="Times New Roman" panose="02020603050405020304" pitchFamily="18" charset="0"/>
                          <a:cs typeface="Times New Roman" panose="02020603050405020304" pitchFamily="18" charset="0"/>
                        </a:rPr>
                        <a:t> Ebrima Jaw, </a:t>
                      </a:r>
                      <a:r>
                        <a:rPr lang="en-IN" sz="2000" dirty="0" err="1">
                          <a:latin typeface="Times New Roman" panose="02020603050405020304" pitchFamily="18" charset="0"/>
                          <a:cs typeface="Times New Roman" panose="02020603050405020304" pitchFamily="18" charset="0"/>
                        </a:rPr>
                        <a:t>Xueming</a:t>
                      </a:r>
                      <a:r>
                        <a:rPr lang="en-IN" sz="2000" dirty="0">
                          <a:latin typeface="Times New Roman" panose="02020603050405020304" pitchFamily="18" charset="0"/>
                          <a:cs typeface="Times New Roman" panose="02020603050405020304" pitchFamily="18" charset="0"/>
                        </a:rPr>
                        <a:t> Wang,2022</a:t>
                      </a:r>
                    </a:p>
                  </a:txBody>
                  <a:tcPr/>
                </a:tc>
                <a:tc>
                  <a:txBody>
                    <a:bodyPr/>
                    <a:lstStyle/>
                    <a:p>
                      <a:r>
                        <a:rPr lang="en-US" sz="2000" dirty="0">
                          <a:latin typeface="Times New Roman" panose="02020603050405020304" pitchFamily="18" charset="0"/>
                          <a:cs typeface="Times New Roman" panose="02020603050405020304" pitchFamily="18" charset="0"/>
                        </a:rPr>
                        <a:t>Automated rule writing and alert grouping to fix false alarms.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t>Used </a:t>
                      </a:r>
                      <a:r>
                        <a:rPr lang="en-US" sz="2000" b="1" dirty="0"/>
                        <a:t>SARG for auto-rule generation</a:t>
                      </a:r>
                      <a:r>
                        <a:rPr lang="en-US" sz="2000" dirty="0"/>
                        <a:t> and SEC for event correlation.</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b="1" dirty="0"/>
                        <a:t>Auto-grouping</a:t>
                      </a:r>
                      <a:r>
                        <a:rPr lang="en-US" sz="2000" dirty="0"/>
                        <a:t> reduces security alert volume by over 60%.</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t>Risk of </a:t>
                      </a:r>
                      <a:r>
                        <a:rPr lang="en-US" sz="2000" b="1" dirty="0"/>
                        <a:t>false positives</a:t>
                      </a:r>
                      <a:r>
                        <a:rPr lang="en-US" sz="2000" dirty="0"/>
                        <a:t> from noisy training data.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3348856"/>
                  </a:ext>
                </a:extLst>
              </a:tr>
              <a:tr h="1554776">
                <a:tc>
                  <a:txBody>
                    <a:bodyPr/>
                    <a:lstStyle/>
                    <a:p>
                      <a:r>
                        <a:rPr lang="en-US" sz="2000" dirty="0">
                          <a:latin typeface="Times New Roman" panose="02020603050405020304" pitchFamily="18" charset="0"/>
                          <a:cs typeface="Times New Roman" panose="02020603050405020304" pitchFamily="18" charset="0"/>
                        </a:rPr>
                        <a:t>Mobile Agent (MA) Based Intrusion Detection Systems (IDS): A Systematic Review,</a:t>
                      </a:r>
                      <a:r>
                        <a:rPr lang="en-IN" sz="2000" dirty="0">
                          <a:latin typeface="Times New Roman" panose="02020603050405020304" pitchFamily="18" charset="0"/>
                          <a:cs typeface="Times New Roman" panose="02020603050405020304" pitchFamily="18" charset="0"/>
                        </a:rPr>
                        <a:t> Muhammad Ahmad, Syed Khurram Shahzad and Muhammad Fahad Zia,2021</a:t>
                      </a:r>
                    </a:p>
                  </a:txBody>
                  <a:tcPr/>
                </a:tc>
                <a:tc>
                  <a:txBody>
                    <a:bodyPr/>
                    <a:lstStyle/>
                    <a:p>
                      <a:r>
                        <a:rPr lang="en-US" sz="2000" dirty="0">
                          <a:latin typeface="Times New Roman" panose="02020603050405020304" pitchFamily="18" charset="0"/>
                          <a:cs typeface="Times New Roman" panose="02020603050405020304" pitchFamily="18" charset="0"/>
                        </a:rPr>
                        <a:t>Proved Mobile Agents save bandwidth by processing data locally.</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t>Systematic </a:t>
                      </a:r>
                      <a:r>
                        <a:rPr lang="en-US" sz="2000" b="1" dirty="0"/>
                        <a:t>comparative analysis</a:t>
                      </a:r>
                      <a:r>
                        <a:rPr lang="en-US" sz="2000" dirty="0"/>
                        <a:t> of agent autonomy and protocols.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b="1" dirty="0"/>
                        <a:t>Mobile agents</a:t>
                      </a:r>
                      <a:r>
                        <a:rPr lang="en-US" sz="2000" dirty="0"/>
                        <a:t> are more bandwidth-efficient than client-server.</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t>Lacks its own </a:t>
                      </a:r>
                      <a:r>
                        <a:rPr lang="en-US" sz="2000" b="1" dirty="0"/>
                        <a:t>real-world experimental validation</a:t>
                      </a:r>
                      <a:r>
                        <a:rPr lang="en-US" sz="2000" dirty="0"/>
                        <a: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90469660"/>
                  </a:ext>
                </a:extLst>
              </a:tr>
              <a:tr h="1485146">
                <a:tc>
                  <a:txBody>
                    <a:bodyPr/>
                    <a:lstStyle/>
                    <a:p>
                      <a:r>
                        <a:rPr lang="en-US" sz="2000" dirty="0">
                          <a:latin typeface="Times New Roman" panose="02020603050405020304" pitchFamily="18" charset="0"/>
                          <a:cs typeface="Times New Roman" panose="02020603050405020304" pitchFamily="18" charset="0"/>
                        </a:rPr>
                        <a:t>A comprehensive systematic review of intrusion detection systems: emerging techniques, challenges, and future research directions,2025</a:t>
                      </a:r>
                    </a:p>
                  </a:txBody>
                  <a:tcPr/>
                </a:tc>
                <a:tc>
                  <a:txBody>
                    <a:bodyPr/>
                    <a:lstStyle/>
                    <a:p>
                      <a:r>
                        <a:rPr lang="en-US" sz="2000" dirty="0">
                          <a:latin typeface="Times New Roman" panose="02020603050405020304" pitchFamily="18" charset="0"/>
                          <a:cs typeface="Times New Roman" panose="02020603050405020304" pitchFamily="18" charset="0"/>
                        </a:rPr>
                        <a:t>Evaluated AI-driven, lightweight IDS for diverse campus devices.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t>Systematic </a:t>
                      </a:r>
                      <a:r>
                        <a:rPr lang="en-US" sz="2000" b="1" dirty="0"/>
                        <a:t>SLR synthesis</a:t>
                      </a:r>
                      <a:r>
                        <a:rPr lang="en-US" sz="2000" dirty="0"/>
                        <a:t> of decentralized DL and XAI techniques.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b="1" dirty="0"/>
                        <a:t>Decentralized AI</a:t>
                      </a:r>
                      <a:r>
                        <a:rPr lang="en-US" sz="2000" dirty="0"/>
                        <a:t> is best for diverse campus-wide devices.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b="1" dirty="0"/>
                        <a:t>High processing cost</a:t>
                      </a:r>
                      <a:r>
                        <a:rPr lang="en-US" sz="2000" dirty="0"/>
                        <a:t> for local agents running AI.</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07410312"/>
                  </a:ext>
                </a:extLst>
              </a:tr>
            </a:tbl>
          </a:graphicData>
        </a:graphic>
      </p:graphicFrame>
    </p:spTree>
    <p:extLst>
      <p:ext uri="{BB962C8B-B14F-4D97-AF65-F5344CB8AC3E}">
        <p14:creationId xmlns:p14="http://schemas.microsoft.com/office/powerpoint/2010/main" val="3021357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ACE44F-6587-EE0D-A17E-54CDE192A9A7}"/>
              </a:ext>
            </a:extLst>
          </p:cNvPr>
          <p:cNvSpPr txBox="1"/>
          <p:nvPr/>
        </p:nvSpPr>
        <p:spPr>
          <a:xfrm>
            <a:off x="885041" y="979607"/>
            <a:ext cx="10421913" cy="4653646"/>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rPr>
              <a:t>The Alert-Action Gap: Most existing systems (like standard Snort) only generate alerts. By the time an administrator reads the alert, the damage is already done.</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rPr>
              <a:t>The Scalability Gap: High-end firewalls are expensive and centralized. If the main firewall is bypassed, the internal university labs (CSE, ECE, IT) are left completely unprotected.</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rPr>
              <a:t>The Latency Gap: Centralized systems take too long to process traffic from 250+ locations, causing network slowdowns or missed detections.</a:t>
            </a:r>
          </a:p>
          <a:p>
            <a:pPr marL="342900" lvl="0" indent="-342900" algn="just" eaLnBrk="0" fontAlgn="base" hangingPunct="0">
              <a:lnSpc>
                <a:spcPct val="150000"/>
              </a:lnSpc>
              <a:spcBef>
                <a:spcPct val="0"/>
              </a:spcBef>
              <a:spcAft>
                <a:spcPct val="0"/>
              </a:spcAft>
              <a:buFont typeface="Arial" panose="020B0604020202020204" pitchFamily="34" charset="0"/>
              <a:buChar char="•"/>
            </a:pPr>
            <a:r>
              <a:rPr kumimoji="0" lang="en-US" altLang="en-US" sz="2000" i="0" u="none" strike="noStrike" cap="none" normalizeH="0" baseline="0" dirty="0">
                <a:ln>
                  <a:noFill/>
                </a:ln>
                <a:solidFill>
                  <a:schemeClr val="tx1"/>
                </a:solidFill>
                <a:effectLst/>
                <a:latin typeface="Times New Roman" panose="02020603050405020304" pitchFamily="18" charset="0"/>
              </a:rPr>
              <a:t>Internal Lateral Movement Gap: Traditional firewalls only monitor external traffic; our system blocks "sideways" attacks moving between internal departments (e.g., Hostel to CSE Lab).</a:t>
            </a:r>
          </a:p>
          <a:p>
            <a:pPr marL="342900" lvl="0" indent="-342900" algn="just" eaLnBrk="0" fontAlgn="base" hangingPunct="0">
              <a:lnSpc>
                <a:spcPct val="150000"/>
              </a:lnSpc>
              <a:spcBef>
                <a:spcPct val="0"/>
              </a:spcBef>
              <a:spcAft>
                <a:spcPct val="0"/>
              </a:spcAft>
              <a:buFont typeface="Arial" panose="020B0604020202020204" pitchFamily="34" charset="0"/>
              <a:buChar char="•"/>
            </a:pPr>
            <a:r>
              <a:rPr kumimoji="0" lang="en-US" altLang="en-US" sz="2000" i="0" u="none" strike="noStrike" cap="none" normalizeH="0" baseline="0" dirty="0">
                <a:ln>
                  <a:noFill/>
                </a:ln>
                <a:solidFill>
                  <a:schemeClr val="tx1"/>
                </a:solidFill>
                <a:effectLst/>
                <a:latin typeface="Times New Roman" panose="02020603050405020304" pitchFamily="18" charset="0"/>
              </a:rPr>
              <a:t>Deployment &amp; Compatibility Gap: We replace slow, manual Linux-only setups with Multi-OS support and SSH automation, deploying to 250 nodes in under 45 minutes.</a:t>
            </a:r>
          </a:p>
        </p:txBody>
      </p:sp>
      <p:sp>
        <p:nvSpPr>
          <p:cNvPr id="8" name="TextBox 7">
            <a:extLst>
              <a:ext uri="{FF2B5EF4-FFF2-40B4-BE49-F238E27FC236}">
                <a16:creationId xmlns:a16="http://schemas.microsoft.com/office/drawing/2014/main" id="{3231A087-DE0E-60E5-1FF9-F6D01EA9D208}"/>
              </a:ext>
            </a:extLst>
          </p:cNvPr>
          <p:cNvSpPr txBox="1"/>
          <p:nvPr/>
        </p:nvSpPr>
        <p:spPr>
          <a:xfrm>
            <a:off x="931887" y="4933125"/>
            <a:ext cx="10328223" cy="369332"/>
          </a:xfrm>
          <a:prstGeom prst="rect">
            <a:avLst/>
          </a:prstGeom>
          <a:noFill/>
        </p:spPr>
        <p:txBody>
          <a:bodyPr wrap="square" rtlCol="0">
            <a:spAutoFit/>
          </a:bodyPr>
          <a:lstStyle/>
          <a:p>
            <a:endParaRPr lang="en-IN" dirty="0">
              <a:latin typeface="Times New Roman" panose="02020603050405020304" pitchFamily="18" charset="0"/>
            </a:endParaRPr>
          </a:p>
        </p:txBody>
      </p:sp>
      <p:sp>
        <p:nvSpPr>
          <p:cNvPr id="4" name="Date Placeholder 3">
            <a:extLst>
              <a:ext uri="{FF2B5EF4-FFF2-40B4-BE49-F238E27FC236}">
                <a16:creationId xmlns:a16="http://schemas.microsoft.com/office/drawing/2014/main" id="{E51AC1F6-C3F3-B071-9E0F-E23C2AA64CFB}"/>
              </a:ext>
            </a:extLst>
          </p:cNvPr>
          <p:cNvSpPr>
            <a:spLocks noGrp="1"/>
          </p:cNvSpPr>
          <p:nvPr>
            <p:ph type="dt" sz="half" idx="10"/>
          </p:nvPr>
        </p:nvSpPr>
        <p:spPr/>
        <p:txBody>
          <a:bodyPr/>
          <a:lstStyle/>
          <a:p>
            <a:fld id="{2852A605-6448-4DA1-BAFF-D931B48F3B20}" type="datetime1">
              <a:rPr lang="en-IN" smtClean="0">
                <a:latin typeface="Times New Roman" panose="02020603050405020304" pitchFamily="18" charset="0"/>
              </a:rPr>
              <a:t>04-05-2026</a:t>
            </a:fld>
            <a:endParaRPr lang="en-IN" dirty="0">
              <a:latin typeface="Times New Roman" panose="02020603050405020304" pitchFamily="18" charset="0"/>
            </a:endParaRPr>
          </a:p>
        </p:txBody>
      </p:sp>
      <p:sp>
        <p:nvSpPr>
          <p:cNvPr id="5" name="Footer Placeholder 4">
            <a:extLst>
              <a:ext uri="{FF2B5EF4-FFF2-40B4-BE49-F238E27FC236}">
                <a16:creationId xmlns:a16="http://schemas.microsoft.com/office/drawing/2014/main" id="{636B62D2-E299-76D6-CB7B-763702E08E6E}"/>
              </a:ext>
            </a:extLst>
          </p:cNvPr>
          <p:cNvSpPr>
            <a:spLocks noGrp="1"/>
          </p:cNvSpPr>
          <p:nvPr>
            <p:ph type="ftr" sz="quarter" idx="11"/>
          </p:nvPr>
        </p:nvSpPr>
        <p:spPr/>
        <p:txBody>
          <a:bodyPr/>
          <a:lstStyle/>
          <a:p>
            <a:r>
              <a:rPr lang="en-IN">
                <a:latin typeface="Times New Roman" panose="02020603050405020304" pitchFamily="18" charset="0"/>
              </a:rPr>
              <a:t>Project Viva voce Examination</a:t>
            </a:r>
            <a:endParaRPr lang="en-IN" dirty="0">
              <a:latin typeface="Times New Roman" panose="02020603050405020304" pitchFamily="18" charset="0"/>
            </a:endParaRPr>
          </a:p>
        </p:txBody>
      </p:sp>
      <p:sp>
        <p:nvSpPr>
          <p:cNvPr id="6" name="Slide Number Placeholder 5">
            <a:extLst>
              <a:ext uri="{FF2B5EF4-FFF2-40B4-BE49-F238E27FC236}">
                <a16:creationId xmlns:a16="http://schemas.microsoft.com/office/drawing/2014/main" id="{E4D6CB58-B9DC-5762-A9D6-415EDFE3433A}"/>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rPr>
              <a:t>6</a:t>
            </a:fld>
            <a:endParaRPr lang="en-IN" dirty="0">
              <a:latin typeface="Times New Roman" panose="02020603050405020304" pitchFamily="18" charset="0"/>
            </a:endParaRPr>
          </a:p>
        </p:txBody>
      </p:sp>
      <p:sp>
        <p:nvSpPr>
          <p:cNvPr id="9" name="TextBox 8">
            <a:extLst>
              <a:ext uri="{FF2B5EF4-FFF2-40B4-BE49-F238E27FC236}">
                <a16:creationId xmlns:a16="http://schemas.microsoft.com/office/drawing/2014/main" id="{07DBE36E-33B6-99CE-D074-160D77493561}"/>
              </a:ext>
            </a:extLst>
          </p:cNvPr>
          <p:cNvSpPr txBox="1"/>
          <p:nvPr/>
        </p:nvSpPr>
        <p:spPr>
          <a:xfrm>
            <a:off x="838199" y="410965"/>
            <a:ext cx="10515601" cy="461665"/>
          </a:xfrm>
          <a:prstGeom prst="rect">
            <a:avLst/>
          </a:prstGeom>
          <a:noFill/>
        </p:spPr>
        <p:txBody>
          <a:bodyPr wrap="square" rtlCol="0">
            <a:spAutoFit/>
          </a:bodyPr>
          <a:lstStyle/>
          <a:p>
            <a:r>
              <a:rPr lang="en-US" sz="2400" b="1" dirty="0">
                <a:latin typeface="Times New Roman" panose="02020603050405020304" pitchFamily="18" charset="0"/>
              </a:rPr>
              <a:t>RESEARCH GAP</a:t>
            </a:r>
            <a:endParaRPr lang="en-IN" sz="2400" b="1" dirty="0">
              <a:latin typeface="Times New Roman" panose="02020603050405020304" pitchFamily="18" charset="0"/>
            </a:endParaRPr>
          </a:p>
        </p:txBody>
      </p:sp>
    </p:spTree>
    <p:extLst>
      <p:ext uri="{BB962C8B-B14F-4D97-AF65-F5344CB8AC3E}">
        <p14:creationId xmlns:p14="http://schemas.microsoft.com/office/powerpoint/2010/main" val="3499501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53CDE33-C65B-CC49-B7E5-A524C2872EE4}"/>
              </a:ext>
            </a:extLst>
          </p:cNvPr>
          <p:cNvSpPr>
            <a:spLocks noGrp="1"/>
          </p:cNvSpPr>
          <p:nvPr>
            <p:ph type="dt" sz="half" idx="10"/>
          </p:nvPr>
        </p:nvSpPr>
        <p:spPr/>
        <p:txBody>
          <a:bodyPr/>
          <a:lstStyle/>
          <a:p>
            <a:fld id="{A1CC6C34-8E94-4430-9708-35F6A7F00A17}" type="datetime1">
              <a:rPr lang="en-IN" smtClean="0">
                <a:latin typeface="Times New Roman" panose="02020603050405020304" pitchFamily="18" charset="0"/>
              </a:rPr>
              <a:t>04-05-2026</a:t>
            </a:fld>
            <a:endParaRPr lang="en-IN" dirty="0">
              <a:latin typeface="Times New Roman" panose="02020603050405020304" pitchFamily="18" charset="0"/>
            </a:endParaRPr>
          </a:p>
        </p:txBody>
      </p:sp>
      <p:sp>
        <p:nvSpPr>
          <p:cNvPr id="4" name="Footer Placeholder 3">
            <a:extLst>
              <a:ext uri="{FF2B5EF4-FFF2-40B4-BE49-F238E27FC236}">
                <a16:creationId xmlns:a16="http://schemas.microsoft.com/office/drawing/2014/main" id="{CE396527-384F-FDF7-61C8-27F5C72B1AD8}"/>
              </a:ext>
            </a:extLst>
          </p:cNvPr>
          <p:cNvSpPr>
            <a:spLocks noGrp="1"/>
          </p:cNvSpPr>
          <p:nvPr>
            <p:ph type="ftr" sz="quarter" idx="11"/>
          </p:nvPr>
        </p:nvSpPr>
        <p:spPr/>
        <p:txBody>
          <a:bodyPr/>
          <a:lstStyle/>
          <a:p>
            <a:r>
              <a:rPr lang="en-IN">
                <a:latin typeface="Times New Roman" panose="02020603050405020304" pitchFamily="18" charset="0"/>
              </a:rPr>
              <a:t>Project Viva voce Examination</a:t>
            </a:r>
            <a:endParaRPr lang="en-IN" dirty="0">
              <a:latin typeface="Times New Roman" panose="02020603050405020304" pitchFamily="18" charset="0"/>
            </a:endParaRPr>
          </a:p>
        </p:txBody>
      </p:sp>
      <p:sp>
        <p:nvSpPr>
          <p:cNvPr id="5" name="Slide Number Placeholder 4">
            <a:extLst>
              <a:ext uri="{FF2B5EF4-FFF2-40B4-BE49-F238E27FC236}">
                <a16:creationId xmlns:a16="http://schemas.microsoft.com/office/drawing/2014/main" id="{2D286265-C21D-8BA5-92F3-31EF98EC8949}"/>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rPr>
              <a:t>7</a:t>
            </a:fld>
            <a:endParaRPr lang="en-IN" dirty="0">
              <a:latin typeface="Times New Roman" panose="02020603050405020304" pitchFamily="18" charset="0"/>
            </a:endParaRPr>
          </a:p>
        </p:txBody>
      </p:sp>
      <p:sp>
        <p:nvSpPr>
          <p:cNvPr id="14" name="TextBox 13">
            <a:extLst>
              <a:ext uri="{FF2B5EF4-FFF2-40B4-BE49-F238E27FC236}">
                <a16:creationId xmlns:a16="http://schemas.microsoft.com/office/drawing/2014/main" id="{20D1C021-1C3E-1F27-7314-A6175A6937F4}"/>
              </a:ext>
            </a:extLst>
          </p:cNvPr>
          <p:cNvSpPr txBox="1"/>
          <p:nvPr/>
        </p:nvSpPr>
        <p:spPr>
          <a:xfrm>
            <a:off x="974362" y="906749"/>
            <a:ext cx="10379438" cy="2806987"/>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dirty="0">
                <a:latin typeface="Times New Roman" panose="02020603050405020304" pitchFamily="18" charset="0"/>
              </a:rPr>
              <a:t>Traditional security systems suffer from an "Alert-Action Gap," where delayed manual responses allow damage to occur before intervention. Centralized architectures create single points of failure and high latency, leaving internal campus networks unprotected if the perimeter is breached. Furthermore, standard firewalls fail to monitor internal lateral movement, allowing threats to spread "sideways" between departments. These solutions also lack the automation and multi-OS support required for rapid, large-scale campus deployment</a:t>
            </a:r>
          </a:p>
        </p:txBody>
      </p:sp>
      <p:sp>
        <p:nvSpPr>
          <p:cNvPr id="2" name="TextBox 1">
            <a:extLst>
              <a:ext uri="{FF2B5EF4-FFF2-40B4-BE49-F238E27FC236}">
                <a16:creationId xmlns:a16="http://schemas.microsoft.com/office/drawing/2014/main" id="{D12B7F6D-28FF-942A-F9C2-A125FA58E788}"/>
              </a:ext>
            </a:extLst>
          </p:cNvPr>
          <p:cNvSpPr txBox="1"/>
          <p:nvPr/>
        </p:nvSpPr>
        <p:spPr>
          <a:xfrm>
            <a:off x="838200" y="336014"/>
            <a:ext cx="10515601" cy="461665"/>
          </a:xfrm>
          <a:prstGeom prst="rect">
            <a:avLst/>
          </a:prstGeom>
          <a:noFill/>
        </p:spPr>
        <p:txBody>
          <a:bodyPr wrap="square" rtlCol="0">
            <a:spAutoFit/>
          </a:bodyPr>
          <a:lstStyle/>
          <a:p>
            <a:r>
              <a:rPr lang="en-US" sz="2400" b="1" dirty="0">
                <a:latin typeface="Times New Roman" panose="02020603050405020304" pitchFamily="18" charset="0"/>
              </a:rPr>
              <a:t>PROBLEM</a:t>
            </a:r>
            <a:r>
              <a:rPr lang="en-US" sz="2400" dirty="0">
                <a:latin typeface="Times New Roman" panose="02020603050405020304" pitchFamily="18" charset="0"/>
              </a:rPr>
              <a:t> </a:t>
            </a:r>
            <a:r>
              <a:rPr lang="en-US" sz="2400" b="1" dirty="0">
                <a:latin typeface="Times New Roman" panose="02020603050405020304" pitchFamily="18" charset="0"/>
              </a:rPr>
              <a:t>STATEMENT</a:t>
            </a:r>
            <a:endParaRPr lang="en-IN" sz="2400" b="1" dirty="0">
              <a:latin typeface="Times New Roman" panose="02020603050405020304" pitchFamily="18" charset="0"/>
            </a:endParaRPr>
          </a:p>
        </p:txBody>
      </p:sp>
    </p:spTree>
    <p:extLst>
      <p:ext uri="{BB962C8B-B14F-4D97-AF65-F5344CB8AC3E}">
        <p14:creationId xmlns:p14="http://schemas.microsoft.com/office/powerpoint/2010/main" val="2808163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8DB8F9-DB32-30D1-4483-4E7C493DF70C}"/>
              </a:ext>
            </a:extLst>
          </p:cNvPr>
          <p:cNvSpPr txBox="1"/>
          <p:nvPr/>
        </p:nvSpPr>
        <p:spPr>
          <a:xfrm>
            <a:off x="958117" y="1122119"/>
            <a:ext cx="10395683" cy="2345322"/>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000" dirty="0">
                <a:latin typeface="Times New Roman" panose="02020603050405020304" pitchFamily="18" charset="0"/>
              </a:rPr>
              <a:t>Implement Real-time Autonomous Blocking</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rPr>
              <a:t>Deploy a Distributed Security Mesh</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rPr>
              <a:t>Achieve Rapid Large-Scale Deployment</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rPr>
              <a:t>Establish Internal Lateral Defense</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rPr>
              <a:t>Ensure Multi-OS Compatibility</a:t>
            </a:r>
          </a:p>
        </p:txBody>
      </p:sp>
      <p:sp>
        <p:nvSpPr>
          <p:cNvPr id="4" name="Date Placeholder 3">
            <a:extLst>
              <a:ext uri="{FF2B5EF4-FFF2-40B4-BE49-F238E27FC236}">
                <a16:creationId xmlns:a16="http://schemas.microsoft.com/office/drawing/2014/main" id="{8788AAE4-FA6B-6110-78B6-D6D981C968FE}"/>
              </a:ext>
            </a:extLst>
          </p:cNvPr>
          <p:cNvSpPr>
            <a:spLocks noGrp="1"/>
          </p:cNvSpPr>
          <p:nvPr>
            <p:ph type="dt" sz="half" idx="10"/>
          </p:nvPr>
        </p:nvSpPr>
        <p:spPr/>
        <p:txBody>
          <a:bodyPr/>
          <a:lstStyle/>
          <a:p>
            <a:fld id="{FE70C7AC-8566-4CC6-BBE3-CB4C4873755A}" type="datetime1">
              <a:rPr lang="en-IN" smtClean="0">
                <a:latin typeface="Times New Roman" panose="02020603050405020304" pitchFamily="18" charset="0"/>
              </a:rPr>
              <a:t>04-05-2026</a:t>
            </a:fld>
            <a:endParaRPr lang="en-IN" dirty="0">
              <a:latin typeface="Times New Roman" panose="02020603050405020304" pitchFamily="18" charset="0"/>
            </a:endParaRPr>
          </a:p>
        </p:txBody>
      </p:sp>
      <p:sp>
        <p:nvSpPr>
          <p:cNvPr id="5" name="Footer Placeholder 4">
            <a:extLst>
              <a:ext uri="{FF2B5EF4-FFF2-40B4-BE49-F238E27FC236}">
                <a16:creationId xmlns:a16="http://schemas.microsoft.com/office/drawing/2014/main" id="{213E144B-D5D3-F1B9-CCAE-F7D779B358E3}"/>
              </a:ext>
            </a:extLst>
          </p:cNvPr>
          <p:cNvSpPr>
            <a:spLocks noGrp="1"/>
          </p:cNvSpPr>
          <p:nvPr>
            <p:ph type="ftr" sz="quarter" idx="11"/>
          </p:nvPr>
        </p:nvSpPr>
        <p:spPr/>
        <p:txBody>
          <a:bodyPr/>
          <a:lstStyle/>
          <a:p>
            <a:r>
              <a:rPr lang="en-IN" dirty="0">
                <a:latin typeface="Times New Roman" panose="02020603050405020304" pitchFamily="18" charset="0"/>
              </a:rPr>
              <a:t>Project Viva voce Examination</a:t>
            </a:r>
          </a:p>
        </p:txBody>
      </p:sp>
      <p:sp>
        <p:nvSpPr>
          <p:cNvPr id="6" name="Slide Number Placeholder 5">
            <a:extLst>
              <a:ext uri="{FF2B5EF4-FFF2-40B4-BE49-F238E27FC236}">
                <a16:creationId xmlns:a16="http://schemas.microsoft.com/office/drawing/2014/main" id="{79983B07-7FD7-713E-CE87-EE9AD7234172}"/>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rPr>
              <a:t>8</a:t>
            </a:fld>
            <a:endParaRPr lang="en-IN" dirty="0">
              <a:latin typeface="Times New Roman" panose="02020603050405020304" pitchFamily="18" charset="0"/>
            </a:endParaRPr>
          </a:p>
        </p:txBody>
      </p:sp>
      <p:sp>
        <p:nvSpPr>
          <p:cNvPr id="2" name="TextBox 1">
            <a:extLst>
              <a:ext uri="{FF2B5EF4-FFF2-40B4-BE49-F238E27FC236}">
                <a16:creationId xmlns:a16="http://schemas.microsoft.com/office/drawing/2014/main" id="{598A0A8F-A3D0-2274-6B2B-7B630DACDFE2}"/>
              </a:ext>
            </a:extLst>
          </p:cNvPr>
          <p:cNvSpPr txBox="1"/>
          <p:nvPr/>
        </p:nvSpPr>
        <p:spPr>
          <a:xfrm>
            <a:off x="838200" y="410965"/>
            <a:ext cx="10515601" cy="461665"/>
          </a:xfrm>
          <a:prstGeom prst="rect">
            <a:avLst/>
          </a:prstGeom>
          <a:noFill/>
        </p:spPr>
        <p:txBody>
          <a:bodyPr wrap="square" rtlCol="0">
            <a:spAutoFit/>
          </a:bodyPr>
          <a:lstStyle/>
          <a:p>
            <a:r>
              <a:rPr lang="en-US" sz="2400" b="1" dirty="0">
                <a:latin typeface="Times New Roman" panose="02020603050405020304" pitchFamily="18" charset="0"/>
              </a:rPr>
              <a:t>OBJECTIVES</a:t>
            </a:r>
            <a:endParaRPr lang="en-IN" sz="2400" b="1" dirty="0">
              <a:latin typeface="Times New Roman" panose="02020603050405020304" pitchFamily="18" charset="0"/>
            </a:endParaRPr>
          </a:p>
        </p:txBody>
      </p:sp>
    </p:spTree>
    <p:extLst>
      <p:ext uri="{BB962C8B-B14F-4D97-AF65-F5344CB8AC3E}">
        <p14:creationId xmlns:p14="http://schemas.microsoft.com/office/powerpoint/2010/main" val="781474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3CF5A95-D8ED-9982-2C7E-3839874D747E}"/>
              </a:ext>
            </a:extLst>
          </p:cNvPr>
          <p:cNvSpPr/>
          <p:nvPr/>
        </p:nvSpPr>
        <p:spPr>
          <a:xfrm>
            <a:off x="6897724" y="1963962"/>
            <a:ext cx="167640" cy="914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9B2BEBCB-0135-F0DD-F63D-33A10A3DE7A0}"/>
              </a:ext>
            </a:extLst>
          </p:cNvPr>
          <p:cNvCxnSpPr>
            <a:cxnSpLocks/>
          </p:cNvCxnSpPr>
          <p:nvPr/>
        </p:nvCxnSpPr>
        <p:spPr>
          <a:xfrm flipV="1">
            <a:off x="6989720" y="1937180"/>
            <a:ext cx="0" cy="15382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 name="Date Placeholder 1">
            <a:extLst>
              <a:ext uri="{FF2B5EF4-FFF2-40B4-BE49-F238E27FC236}">
                <a16:creationId xmlns:a16="http://schemas.microsoft.com/office/drawing/2014/main" id="{6C1E1C2E-1E7C-8A3A-65A6-B23D18A3A661}"/>
              </a:ext>
            </a:extLst>
          </p:cNvPr>
          <p:cNvSpPr>
            <a:spLocks noGrp="1"/>
          </p:cNvSpPr>
          <p:nvPr>
            <p:ph type="dt" sz="half" idx="10"/>
          </p:nvPr>
        </p:nvSpPr>
        <p:spPr/>
        <p:txBody>
          <a:bodyPr/>
          <a:lstStyle/>
          <a:p>
            <a:fld id="{F15AE847-5081-40B7-82E1-D4DC9DE34817}" type="datetime1">
              <a:rPr lang="en-IN" smtClean="0">
                <a:latin typeface="Times New Roman" panose="02020603050405020304" pitchFamily="18" charset="0"/>
                <a:cs typeface="Times New Roman" panose="02020603050405020304" pitchFamily="18" charset="0"/>
              </a:rPr>
              <a:t>04-05-2026</a:t>
            </a:fld>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780C395-81BD-6D1C-1183-D6F0455A52BD}"/>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Project Viva voce Examination</a:t>
            </a:r>
          </a:p>
        </p:txBody>
      </p:sp>
      <p:sp>
        <p:nvSpPr>
          <p:cNvPr id="7" name="Slide Number Placeholder 6">
            <a:extLst>
              <a:ext uri="{FF2B5EF4-FFF2-40B4-BE49-F238E27FC236}">
                <a16:creationId xmlns:a16="http://schemas.microsoft.com/office/drawing/2014/main" id="{35CF18E9-03C6-FFE2-7C78-47443C196D6D}"/>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cs typeface="Times New Roman" panose="02020603050405020304" pitchFamily="18" charset="0"/>
              </a:rPr>
              <a:t>9</a:t>
            </a:fld>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4BAB8CA-D140-32B2-9BC7-3314B57D2EC6}"/>
              </a:ext>
            </a:extLst>
          </p:cNvPr>
          <p:cNvSpPr txBox="1"/>
          <p:nvPr/>
        </p:nvSpPr>
        <p:spPr>
          <a:xfrm>
            <a:off x="838199" y="410965"/>
            <a:ext cx="10515601" cy="461665"/>
          </a:xfrm>
          <a:prstGeom prst="rect">
            <a:avLst/>
          </a:prstGeom>
          <a:noFill/>
        </p:spPr>
        <p:txBody>
          <a:bodyPr wrap="square" rtlCol="0">
            <a:spAutoFit/>
          </a:bodyPr>
          <a:lstStyle/>
          <a:p>
            <a:r>
              <a:rPr lang="en-US" sz="2400" b="1" dirty="0">
                <a:latin typeface="Times New Roman" panose="02020603050405020304" pitchFamily="18" charset="0"/>
              </a:rPr>
              <a:t>SYSTEM</a:t>
            </a:r>
            <a:r>
              <a:rPr lang="en-US" sz="2400" dirty="0">
                <a:latin typeface="Times New Roman" panose="02020603050405020304" pitchFamily="18" charset="0"/>
              </a:rPr>
              <a:t> </a:t>
            </a:r>
            <a:r>
              <a:rPr lang="en-US" sz="2400" b="1" dirty="0">
                <a:latin typeface="Times New Roman" panose="02020603050405020304" pitchFamily="18" charset="0"/>
              </a:rPr>
              <a:t>ARCHITECTURE</a:t>
            </a:r>
            <a:endParaRPr lang="en-IN" sz="2400" b="1" dirty="0">
              <a:latin typeface="Times New Roman" panose="02020603050405020304" pitchFamily="18" charset="0"/>
            </a:endParaRPr>
          </a:p>
        </p:txBody>
      </p:sp>
      <p:pic>
        <p:nvPicPr>
          <p:cNvPr id="12" name="Picture 11">
            <a:extLst>
              <a:ext uri="{FF2B5EF4-FFF2-40B4-BE49-F238E27FC236}">
                <a16:creationId xmlns:a16="http://schemas.microsoft.com/office/drawing/2014/main" id="{C37A0E44-9DA3-A846-0E8B-B37546A2E6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803" y="872630"/>
            <a:ext cx="11482466" cy="5483720"/>
          </a:xfrm>
          <a:prstGeom prst="rect">
            <a:avLst/>
          </a:prstGeom>
        </p:spPr>
      </p:pic>
    </p:spTree>
    <p:extLst>
      <p:ext uri="{BB962C8B-B14F-4D97-AF65-F5344CB8AC3E}">
        <p14:creationId xmlns:p14="http://schemas.microsoft.com/office/powerpoint/2010/main" val="3271425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F2E81F-8F9C-4B77-E18C-EC34955BFF0B}"/>
              </a:ext>
            </a:extLst>
          </p:cNvPr>
          <p:cNvSpPr txBox="1"/>
          <p:nvPr/>
        </p:nvSpPr>
        <p:spPr>
          <a:xfrm>
            <a:off x="838199" y="872630"/>
            <a:ext cx="10515600" cy="511531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1" i="0" dirty="0">
                <a:effectLst/>
                <a:latin typeface="Times New Roman" panose="02020603050405020304" pitchFamily="18" charset="0"/>
                <a:cs typeface="Times New Roman" panose="02020603050405020304" pitchFamily="18" charset="0"/>
              </a:rPr>
              <a:t>Campus Data Handling Layer (Mobile Agents)</a:t>
            </a:r>
          </a:p>
          <a:p>
            <a:pPr marL="1257300" lvl="2"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High-Speed Capture</a:t>
            </a:r>
          </a:p>
          <a:p>
            <a:pPr marL="1257300" lvl="2"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Memory-Efficient Streaming</a:t>
            </a:r>
          </a:p>
          <a:p>
            <a:pPr marL="1257300" lvl="2"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Optimized Processing</a:t>
            </a:r>
          </a:p>
          <a:p>
            <a:pPr marL="1257300" lvl="2"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Structured Metadata Output</a:t>
            </a:r>
          </a:p>
          <a:p>
            <a:pPr marL="1257300" lvl="2"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Real-Time Intrusion Prevention (Core Analysis Engine)</a:t>
            </a:r>
          </a:p>
          <a:p>
            <a:pPr marL="1200150" lvl="2"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Robust Signature Matching</a:t>
            </a:r>
          </a:p>
          <a:p>
            <a:pPr marL="1200150" lvl="2"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Context-Aware Validation</a:t>
            </a:r>
          </a:p>
          <a:p>
            <a:pPr marL="1200150" lvl="2"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Rapid Attack Classification</a:t>
            </a:r>
          </a:p>
          <a:p>
            <a:pPr marL="1200150" lvl="2"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Real-Time Prevention Intent</a:t>
            </a:r>
          </a:p>
        </p:txBody>
      </p:sp>
      <p:sp>
        <p:nvSpPr>
          <p:cNvPr id="2" name="Date Placeholder 1">
            <a:extLst>
              <a:ext uri="{FF2B5EF4-FFF2-40B4-BE49-F238E27FC236}">
                <a16:creationId xmlns:a16="http://schemas.microsoft.com/office/drawing/2014/main" id="{DF6858CF-1D0F-C694-B180-ADFAC0170B72}"/>
              </a:ext>
            </a:extLst>
          </p:cNvPr>
          <p:cNvSpPr>
            <a:spLocks noGrp="1"/>
          </p:cNvSpPr>
          <p:nvPr>
            <p:ph type="dt" sz="half" idx="10"/>
          </p:nvPr>
        </p:nvSpPr>
        <p:spPr/>
        <p:txBody>
          <a:bodyPr/>
          <a:lstStyle/>
          <a:p>
            <a:fld id="{EB1E0241-4BEA-4820-96F6-2BA3976A204D}" type="datetime1">
              <a:rPr lang="en-IN" smtClean="0">
                <a:latin typeface="Times New Roman" panose="02020603050405020304" pitchFamily="18" charset="0"/>
              </a:rPr>
              <a:t>04-05-2026</a:t>
            </a:fld>
            <a:endParaRPr lang="en-IN" dirty="0">
              <a:latin typeface="Times New Roman" panose="02020603050405020304" pitchFamily="18" charset="0"/>
            </a:endParaRPr>
          </a:p>
        </p:txBody>
      </p:sp>
      <p:sp>
        <p:nvSpPr>
          <p:cNvPr id="3" name="Footer Placeholder 2">
            <a:extLst>
              <a:ext uri="{FF2B5EF4-FFF2-40B4-BE49-F238E27FC236}">
                <a16:creationId xmlns:a16="http://schemas.microsoft.com/office/drawing/2014/main" id="{7E4C5C65-F41E-373B-F6E9-F4FB759DABC5}"/>
              </a:ext>
            </a:extLst>
          </p:cNvPr>
          <p:cNvSpPr>
            <a:spLocks noGrp="1"/>
          </p:cNvSpPr>
          <p:nvPr>
            <p:ph type="ftr" sz="quarter" idx="11"/>
          </p:nvPr>
        </p:nvSpPr>
        <p:spPr/>
        <p:txBody>
          <a:bodyPr/>
          <a:lstStyle/>
          <a:p>
            <a:r>
              <a:rPr lang="en-IN">
                <a:latin typeface="Times New Roman" panose="02020603050405020304" pitchFamily="18" charset="0"/>
              </a:rPr>
              <a:t>Project Viva voce Examination</a:t>
            </a:r>
            <a:endParaRPr lang="en-IN" dirty="0">
              <a:latin typeface="Times New Roman" panose="02020603050405020304" pitchFamily="18" charset="0"/>
            </a:endParaRPr>
          </a:p>
        </p:txBody>
      </p:sp>
      <p:sp>
        <p:nvSpPr>
          <p:cNvPr id="4" name="Slide Number Placeholder 3">
            <a:extLst>
              <a:ext uri="{FF2B5EF4-FFF2-40B4-BE49-F238E27FC236}">
                <a16:creationId xmlns:a16="http://schemas.microsoft.com/office/drawing/2014/main" id="{FF6B245E-D953-C15C-2556-DA53E33297EB}"/>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rPr>
              <a:t>10</a:t>
            </a:fld>
            <a:endParaRPr lang="en-IN" dirty="0">
              <a:latin typeface="Times New Roman" panose="02020603050405020304" pitchFamily="18" charset="0"/>
            </a:endParaRPr>
          </a:p>
        </p:txBody>
      </p:sp>
      <p:sp>
        <p:nvSpPr>
          <p:cNvPr id="7" name="TextBox 6">
            <a:extLst>
              <a:ext uri="{FF2B5EF4-FFF2-40B4-BE49-F238E27FC236}">
                <a16:creationId xmlns:a16="http://schemas.microsoft.com/office/drawing/2014/main" id="{CA737DC5-699D-FA59-90CB-219CC9DBC854}"/>
              </a:ext>
            </a:extLst>
          </p:cNvPr>
          <p:cNvSpPr txBox="1"/>
          <p:nvPr/>
        </p:nvSpPr>
        <p:spPr>
          <a:xfrm>
            <a:off x="838199" y="410965"/>
            <a:ext cx="10515601" cy="461665"/>
          </a:xfrm>
          <a:prstGeom prst="rect">
            <a:avLst/>
          </a:prstGeom>
          <a:noFill/>
        </p:spPr>
        <p:txBody>
          <a:bodyPr wrap="square" rtlCol="0">
            <a:spAutoFit/>
          </a:bodyPr>
          <a:lstStyle/>
          <a:p>
            <a:r>
              <a:rPr lang="en-US" sz="2400" b="1" dirty="0">
                <a:latin typeface="Times New Roman" panose="02020603050405020304" pitchFamily="18" charset="0"/>
              </a:rPr>
              <a:t>MODULES</a:t>
            </a:r>
            <a:endParaRPr lang="en-IN" sz="2400" b="1" dirty="0">
              <a:latin typeface="Times New Roman" panose="02020603050405020304" pitchFamily="18" charset="0"/>
            </a:endParaRPr>
          </a:p>
        </p:txBody>
      </p:sp>
    </p:spTree>
    <p:extLst>
      <p:ext uri="{BB962C8B-B14F-4D97-AF65-F5344CB8AC3E}">
        <p14:creationId xmlns:p14="http://schemas.microsoft.com/office/powerpoint/2010/main" val="2242168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5EEBFD-6168-C308-677E-9C13E8347B13}"/>
              </a:ext>
            </a:extLst>
          </p:cNvPr>
          <p:cNvSpPr>
            <a:spLocks noGrp="1"/>
          </p:cNvSpPr>
          <p:nvPr>
            <p:ph type="dt" sz="half" idx="10"/>
          </p:nvPr>
        </p:nvSpPr>
        <p:spPr/>
        <p:txBody>
          <a:bodyPr/>
          <a:lstStyle/>
          <a:p>
            <a:fld id="{749B3DEF-ACBE-46C7-891F-91C9517B80A6}" type="datetime1">
              <a:rPr lang="en-IN" smtClean="0">
                <a:latin typeface="Times New Roman" panose="02020603050405020304" pitchFamily="18" charset="0"/>
              </a:rPr>
              <a:t>04-05-2026</a:t>
            </a:fld>
            <a:endParaRPr lang="en-IN" dirty="0">
              <a:latin typeface="Times New Roman" panose="02020603050405020304" pitchFamily="18" charset="0"/>
            </a:endParaRPr>
          </a:p>
        </p:txBody>
      </p:sp>
      <p:sp>
        <p:nvSpPr>
          <p:cNvPr id="4" name="Footer Placeholder 3">
            <a:extLst>
              <a:ext uri="{FF2B5EF4-FFF2-40B4-BE49-F238E27FC236}">
                <a16:creationId xmlns:a16="http://schemas.microsoft.com/office/drawing/2014/main" id="{6493A4C3-B276-D4A8-CE97-2725A868CCBC}"/>
              </a:ext>
            </a:extLst>
          </p:cNvPr>
          <p:cNvSpPr>
            <a:spLocks noGrp="1"/>
          </p:cNvSpPr>
          <p:nvPr>
            <p:ph type="ftr" sz="quarter" idx="11"/>
          </p:nvPr>
        </p:nvSpPr>
        <p:spPr/>
        <p:txBody>
          <a:bodyPr/>
          <a:lstStyle/>
          <a:p>
            <a:r>
              <a:rPr lang="en-IN" dirty="0">
                <a:latin typeface="Times New Roman" panose="02020603050405020304" pitchFamily="18" charset="0"/>
              </a:rPr>
              <a:t>Project Viva voce Examination</a:t>
            </a:r>
          </a:p>
        </p:txBody>
      </p:sp>
      <p:sp>
        <p:nvSpPr>
          <p:cNvPr id="5" name="Slide Number Placeholder 4">
            <a:extLst>
              <a:ext uri="{FF2B5EF4-FFF2-40B4-BE49-F238E27FC236}">
                <a16:creationId xmlns:a16="http://schemas.microsoft.com/office/drawing/2014/main" id="{F0E188F5-2032-A629-DD60-F9DF8AA5EBDA}"/>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rPr>
              <a:t>11</a:t>
            </a:fld>
            <a:endParaRPr lang="en-IN" dirty="0">
              <a:latin typeface="Times New Roman" panose="02020603050405020304" pitchFamily="18" charset="0"/>
            </a:endParaRPr>
          </a:p>
        </p:txBody>
      </p:sp>
      <p:sp>
        <p:nvSpPr>
          <p:cNvPr id="9" name="TextBox 8">
            <a:extLst>
              <a:ext uri="{FF2B5EF4-FFF2-40B4-BE49-F238E27FC236}">
                <a16:creationId xmlns:a16="http://schemas.microsoft.com/office/drawing/2014/main" id="{F741511C-D5DE-4939-DBB7-60C45820ABC7}"/>
              </a:ext>
            </a:extLst>
          </p:cNvPr>
          <p:cNvSpPr txBox="1"/>
          <p:nvPr/>
        </p:nvSpPr>
        <p:spPr>
          <a:xfrm>
            <a:off x="838199" y="872630"/>
            <a:ext cx="10515600" cy="496142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Decision” &amp; “Blocking” Phase (Autonomous Firewall Enforcement)</a:t>
            </a:r>
          </a:p>
          <a:p>
            <a:pPr marL="1200150" lvl="2"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Dynamic Rule Generation</a:t>
            </a:r>
          </a:p>
          <a:p>
            <a:pPr marL="1200150" lvl="2"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Immediate Kernel-Level Blocking</a:t>
            </a:r>
          </a:p>
          <a:p>
            <a:pPr marL="1200150" lvl="2"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Autonomous Resilience</a:t>
            </a:r>
          </a:p>
          <a:p>
            <a:pPr marL="1200150" lvl="2"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Flexible Mitigation</a:t>
            </a:r>
          </a:p>
          <a:p>
            <a:pPr marL="742950" lvl="1" indent="-28575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lvl="0" indent="-285750" algn="just">
              <a:lnSpc>
                <a:spcPct val="150000"/>
              </a:lnSpc>
              <a:buFont typeface="Arial" panose="020B0604020202020204" pitchFamily="34" charset="0"/>
              <a:buChar char="•"/>
              <a:defRPr/>
            </a:pPr>
            <a:r>
              <a:rPr lang="en-US" altLang="en-US" sz="2000" b="1" dirty="0">
                <a:solidFill>
                  <a:prstClr val="black"/>
                </a:solidFill>
                <a:latin typeface="Times New Roman" panose="02020603050405020304" pitchFamily="18" charset="0"/>
                <a:cs typeface="Times New Roman" panose="02020603050405020304" pitchFamily="18" charset="0"/>
              </a:rPr>
              <a:t>Forensic Logging System</a:t>
            </a:r>
            <a:endParaRPr lang="en-US" sz="2000" dirty="0">
              <a:latin typeface="Times New Roman" panose="02020603050405020304" pitchFamily="18" charset="0"/>
              <a:cs typeface="Times New Roman" panose="02020603050405020304" pitchFamily="18" charset="0"/>
            </a:endParaRPr>
          </a:p>
          <a:p>
            <a:pPr marL="1200150" lvl="2"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Structured Local Logging</a:t>
            </a:r>
          </a:p>
          <a:p>
            <a:pPr marL="1200150" lvl="2"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Asynchronous Data Transfer</a:t>
            </a:r>
          </a:p>
          <a:p>
            <a:pPr marL="1200150" lvl="2"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Centralized Forensic Storage</a:t>
            </a:r>
          </a:p>
          <a:p>
            <a:pPr marL="1200150" lvl="2"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Actionable Visualizations</a:t>
            </a:r>
            <a:endParaRPr lang="en-IN"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4220524-87AF-1B88-3057-A735665A04F9}"/>
              </a:ext>
            </a:extLst>
          </p:cNvPr>
          <p:cNvSpPr txBox="1"/>
          <p:nvPr/>
        </p:nvSpPr>
        <p:spPr>
          <a:xfrm>
            <a:off x="838199" y="410965"/>
            <a:ext cx="10515601" cy="461665"/>
          </a:xfrm>
          <a:prstGeom prst="rect">
            <a:avLst/>
          </a:prstGeom>
          <a:noFill/>
        </p:spPr>
        <p:txBody>
          <a:bodyPr wrap="square" rtlCol="0">
            <a:spAutoFit/>
          </a:bodyPr>
          <a:lstStyle/>
          <a:p>
            <a:r>
              <a:rPr lang="en-US" sz="2400" b="1" dirty="0">
                <a:latin typeface="Times New Roman" panose="02020603050405020304" pitchFamily="18" charset="0"/>
              </a:rPr>
              <a:t>MODULES</a:t>
            </a:r>
            <a:r>
              <a:rPr lang="en-US" sz="2400" dirty="0">
                <a:latin typeface="Times New Roman" panose="02020603050405020304" pitchFamily="18" charset="0"/>
              </a:rPr>
              <a:t>(</a:t>
            </a:r>
            <a:r>
              <a:rPr lang="en-US" sz="2400" b="1" dirty="0">
                <a:latin typeface="Times New Roman" panose="02020603050405020304" pitchFamily="18" charset="0"/>
              </a:rPr>
              <a:t>Cont</a:t>
            </a:r>
            <a:r>
              <a:rPr lang="en-US" sz="2400" dirty="0">
                <a:latin typeface="Times New Roman" panose="02020603050405020304" pitchFamily="18" charset="0"/>
              </a:rPr>
              <a:t>.)</a:t>
            </a:r>
            <a:endParaRPr lang="en-IN" sz="2400" dirty="0">
              <a:latin typeface="Times New Roman" panose="02020603050405020304" pitchFamily="18" charset="0"/>
            </a:endParaRPr>
          </a:p>
        </p:txBody>
      </p:sp>
    </p:spTree>
    <p:extLst>
      <p:ext uri="{BB962C8B-B14F-4D97-AF65-F5344CB8AC3E}">
        <p14:creationId xmlns:p14="http://schemas.microsoft.com/office/powerpoint/2010/main" val="836855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C20ABC-99E6-E665-9C44-818E3B2FEEB5}"/>
              </a:ext>
            </a:extLst>
          </p:cNvPr>
          <p:cNvSpPr>
            <a:spLocks noGrp="1"/>
          </p:cNvSpPr>
          <p:nvPr>
            <p:ph type="dt" sz="half" idx="10"/>
          </p:nvPr>
        </p:nvSpPr>
        <p:spPr/>
        <p:txBody>
          <a:bodyPr/>
          <a:lstStyle/>
          <a:p>
            <a:fld id="{DB342DCA-C736-47D2-A254-542149B8B8D1}" type="datetime1">
              <a:rPr lang="en-IN" smtClean="0">
                <a:latin typeface="Times New Roman" panose="02020603050405020304" pitchFamily="18" charset="0"/>
              </a:rPr>
              <a:t>04-05-2026</a:t>
            </a:fld>
            <a:endParaRPr lang="en-IN" dirty="0">
              <a:latin typeface="Times New Roman" panose="02020603050405020304" pitchFamily="18" charset="0"/>
            </a:endParaRPr>
          </a:p>
        </p:txBody>
      </p:sp>
      <p:sp>
        <p:nvSpPr>
          <p:cNvPr id="3" name="Footer Placeholder 2">
            <a:extLst>
              <a:ext uri="{FF2B5EF4-FFF2-40B4-BE49-F238E27FC236}">
                <a16:creationId xmlns:a16="http://schemas.microsoft.com/office/drawing/2014/main" id="{562D3081-6973-04B9-BF6A-0DB577B5A2BD}"/>
              </a:ext>
            </a:extLst>
          </p:cNvPr>
          <p:cNvSpPr>
            <a:spLocks noGrp="1"/>
          </p:cNvSpPr>
          <p:nvPr>
            <p:ph type="ftr" sz="quarter" idx="11"/>
          </p:nvPr>
        </p:nvSpPr>
        <p:spPr/>
        <p:txBody>
          <a:bodyPr/>
          <a:lstStyle/>
          <a:p>
            <a:r>
              <a:rPr lang="en-IN">
                <a:latin typeface="Times New Roman" panose="02020603050405020304" pitchFamily="18" charset="0"/>
              </a:rPr>
              <a:t>Project Viva voce Examination</a:t>
            </a:r>
            <a:endParaRPr lang="en-IN" dirty="0">
              <a:latin typeface="Times New Roman" panose="02020603050405020304" pitchFamily="18" charset="0"/>
            </a:endParaRPr>
          </a:p>
        </p:txBody>
      </p:sp>
      <p:sp>
        <p:nvSpPr>
          <p:cNvPr id="4" name="Slide Number Placeholder 3">
            <a:extLst>
              <a:ext uri="{FF2B5EF4-FFF2-40B4-BE49-F238E27FC236}">
                <a16:creationId xmlns:a16="http://schemas.microsoft.com/office/drawing/2014/main" id="{B37EDBEF-3699-A92C-D5F8-FEADF168593B}"/>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rPr>
              <a:t>12</a:t>
            </a:fld>
            <a:endParaRPr lang="en-IN" dirty="0">
              <a:latin typeface="Times New Roman" panose="02020603050405020304" pitchFamily="18" charset="0"/>
            </a:endParaRPr>
          </a:p>
        </p:txBody>
      </p:sp>
      <p:sp>
        <p:nvSpPr>
          <p:cNvPr id="6" name="TextBox 5">
            <a:extLst>
              <a:ext uri="{FF2B5EF4-FFF2-40B4-BE49-F238E27FC236}">
                <a16:creationId xmlns:a16="http://schemas.microsoft.com/office/drawing/2014/main" id="{720C915A-CD61-BD46-F94F-CFD2D00F098F}"/>
              </a:ext>
            </a:extLst>
          </p:cNvPr>
          <p:cNvSpPr txBox="1"/>
          <p:nvPr/>
        </p:nvSpPr>
        <p:spPr>
          <a:xfrm>
            <a:off x="838200" y="1118042"/>
            <a:ext cx="10515600" cy="523220"/>
          </a:xfrm>
          <a:prstGeom prst="rect">
            <a:avLst/>
          </a:prstGeom>
          <a:noFill/>
        </p:spPr>
        <p:txBody>
          <a:bodyPr wrap="square">
            <a:spAutoFit/>
          </a:bodyPr>
          <a:lstStyle/>
          <a:p>
            <a:pPr marL="742950" lvl="1" indent="-285750" algn="just">
              <a:buFont typeface="Wingdings" panose="05000000000000000000" pitchFamily="2" charset="2"/>
              <a:buChar char="Ø"/>
            </a:pPr>
            <a:endParaRPr lang="en-US" sz="14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endParaRPr lang="en-US" sz="1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590D99A-D817-9428-7A24-F1516C7F9B16}"/>
              </a:ext>
            </a:extLst>
          </p:cNvPr>
          <p:cNvSpPr txBox="1"/>
          <p:nvPr/>
        </p:nvSpPr>
        <p:spPr>
          <a:xfrm>
            <a:off x="838200" y="1118042"/>
            <a:ext cx="10515600" cy="700000"/>
          </a:xfrm>
          <a:prstGeom prst="rect">
            <a:avLst/>
          </a:prstGeom>
          <a:noFill/>
        </p:spPr>
        <p:txBody>
          <a:bodyPr wrap="square">
            <a:spAutoFit/>
          </a:bodyPr>
          <a:lstStyle/>
          <a:p>
            <a:pPr algn="just">
              <a:lnSpc>
                <a:spcPct val="150000"/>
              </a:lnSpc>
            </a:pPr>
            <a:r>
              <a:rPr lang="en-US" sz="1400" b="1" dirty="0">
                <a:latin typeface="Times New Roman" panose="02020603050405020304" pitchFamily="18" charset="0"/>
                <a:cs typeface="Times New Roman" panose="02020603050405020304" pitchFamily="18" charset="0"/>
              </a:rPr>
              <a:t>	</a:t>
            </a:r>
          </a:p>
          <a:p>
            <a:pPr marL="342900" indent="-342900" algn="just">
              <a:lnSpc>
                <a:spcPct val="150000"/>
              </a:lnSpc>
              <a:buFont typeface="Wingdings" panose="05000000000000000000" pitchFamily="2" charset="2"/>
              <a:buChar char="q"/>
            </a:pPr>
            <a:endParaRPr lang="en-US" sz="1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B39F782-F935-92B5-A1AC-B191DEA9410E}"/>
              </a:ext>
            </a:extLst>
          </p:cNvPr>
          <p:cNvSpPr txBox="1"/>
          <p:nvPr/>
        </p:nvSpPr>
        <p:spPr>
          <a:xfrm>
            <a:off x="838199" y="410965"/>
            <a:ext cx="10515601" cy="461665"/>
          </a:xfrm>
          <a:prstGeom prst="rect">
            <a:avLst/>
          </a:prstGeom>
          <a:noFill/>
        </p:spPr>
        <p:txBody>
          <a:bodyPr wrap="square" rtlCol="0">
            <a:spAutoFit/>
          </a:bodyPr>
          <a:lstStyle/>
          <a:p>
            <a:r>
              <a:rPr lang="en-US" sz="2400" b="1" dirty="0">
                <a:latin typeface="Times New Roman" panose="02020603050405020304" pitchFamily="18" charset="0"/>
              </a:rPr>
              <a:t>MODULES</a:t>
            </a:r>
            <a:r>
              <a:rPr lang="en-US" sz="2400" dirty="0">
                <a:latin typeface="Times New Roman" panose="02020603050405020304" pitchFamily="18" charset="0"/>
              </a:rPr>
              <a:t>(</a:t>
            </a:r>
            <a:r>
              <a:rPr lang="en-US" sz="2400" b="1" dirty="0">
                <a:latin typeface="Times New Roman" panose="02020603050405020304" pitchFamily="18" charset="0"/>
              </a:rPr>
              <a:t>Cont</a:t>
            </a:r>
            <a:r>
              <a:rPr lang="en-US" sz="2400" dirty="0">
                <a:latin typeface="Times New Roman" panose="02020603050405020304" pitchFamily="18" charset="0"/>
              </a:rPr>
              <a:t>.)</a:t>
            </a:r>
            <a:endParaRPr lang="en-IN" sz="2400" dirty="0">
              <a:latin typeface="Times New Roman" panose="02020603050405020304" pitchFamily="18" charset="0"/>
            </a:endParaRPr>
          </a:p>
        </p:txBody>
      </p:sp>
      <p:sp>
        <p:nvSpPr>
          <p:cNvPr id="10" name="TextBox 9">
            <a:extLst>
              <a:ext uri="{FF2B5EF4-FFF2-40B4-BE49-F238E27FC236}">
                <a16:creationId xmlns:a16="http://schemas.microsoft.com/office/drawing/2014/main" id="{DB4DF4B9-B73D-A7F2-DF84-3E608486CF27}"/>
              </a:ext>
            </a:extLst>
          </p:cNvPr>
          <p:cNvSpPr txBox="1"/>
          <p:nvPr/>
        </p:nvSpPr>
        <p:spPr>
          <a:xfrm>
            <a:off x="838199" y="872630"/>
            <a:ext cx="10515600" cy="496142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Web Management Dashboard (Node.js Central Server)</a:t>
            </a:r>
            <a:endParaRPr lang="en-US" sz="2000" dirty="0">
              <a:latin typeface="Times New Roman" panose="02020603050405020304" pitchFamily="18" charset="0"/>
              <a:cs typeface="Times New Roman" panose="02020603050405020304" pitchFamily="18" charset="0"/>
            </a:endParaRPr>
          </a:p>
          <a:p>
            <a:pPr marL="1257300" lvl="2"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Real-Time Telemetry</a:t>
            </a:r>
          </a:p>
          <a:p>
            <a:pPr marL="1257300" lvl="2"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Centralized API Management</a:t>
            </a:r>
          </a:p>
          <a:p>
            <a:pPr marL="1257300" lvl="2"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Dynamic Threat Mapping</a:t>
            </a:r>
          </a:p>
          <a:p>
            <a:pPr marL="1257300" lvl="2"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Operational Visibility</a:t>
            </a:r>
          </a:p>
          <a:p>
            <a:pPr marL="742950" lvl="1" indent="-28575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en-US" sz="2000" b="1" dirty="0">
                <a:solidFill>
                  <a:prstClr val="black"/>
                </a:solidFill>
                <a:latin typeface="Times New Roman" panose="02020603050405020304" pitchFamily="18" charset="0"/>
                <a:cs typeface="Times New Roman" panose="02020603050405020304" pitchFamily="18" charset="0"/>
              </a:rPr>
              <a:t>Optimization Loop</a:t>
            </a:r>
            <a:endParaRPr lang="en-US" altLang="en-US" sz="2000" dirty="0">
              <a:solidFill>
                <a:prstClr val="black"/>
              </a:solidFill>
              <a:latin typeface="Times New Roman" panose="02020603050405020304" pitchFamily="18" charset="0"/>
              <a:cs typeface="Times New Roman" panose="02020603050405020304" pitchFamily="18" charset="0"/>
            </a:endParaRPr>
          </a:p>
          <a:p>
            <a:pPr marL="1200150" lvl="2" indent="-285750" algn="just">
              <a:lnSpc>
                <a:spcPct val="150000"/>
              </a:lnSpc>
              <a:buFont typeface="Wingdings" panose="05000000000000000000" pitchFamily="2" charset="2"/>
              <a:buChar char="Ø"/>
            </a:pPr>
            <a:r>
              <a:rPr lang="en-US" altLang="en-US" sz="2000" dirty="0">
                <a:solidFill>
                  <a:prstClr val="black"/>
                </a:solidFill>
                <a:latin typeface="Times New Roman" panose="02020603050405020304" pitchFamily="18" charset="0"/>
                <a:cs typeface="Times New Roman" panose="02020603050405020304" pitchFamily="18" charset="0"/>
              </a:rPr>
              <a:t>Centralized Analytics Corpus</a:t>
            </a:r>
          </a:p>
          <a:p>
            <a:pPr marL="1200150" lvl="2"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Intelligent Attack Clustering</a:t>
            </a:r>
          </a:p>
          <a:p>
            <a:pPr marL="1200150" lvl="2"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Dynamic Rule Optimization</a:t>
            </a:r>
          </a:p>
          <a:p>
            <a:pPr marL="1200150" lvl="2"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Adaptive Security Stack</a:t>
            </a:r>
          </a:p>
        </p:txBody>
      </p:sp>
    </p:spTree>
    <p:extLst>
      <p:ext uri="{BB962C8B-B14F-4D97-AF65-F5344CB8AC3E}">
        <p14:creationId xmlns:p14="http://schemas.microsoft.com/office/powerpoint/2010/main" val="2950867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E38471-EF18-7E9E-741A-F22AC9A6F91E}"/>
              </a:ext>
            </a:extLst>
          </p:cNvPr>
          <p:cNvSpPr>
            <a:spLocks noGrp="1"/>
          </p:cNvSpPr>
          <p:nvPr>
            <p:ph type="dt" sz="half" idx="10"/>
          </p:nvPr>
        </p:nvSpPr>
        <p:spPr/>
        <p:txBody>
          <a:bodyPr/>
          <a:lstStyle/>
          <a:p>
            <a:fld id="{DB342DCA-C736-47D2-A254-542149B8B8D1}" type="datetime1">
              <a:rPr lang="en-IN" smtClean="0">
                <a:latin typeface="Times New Roman" panose="02020603050405020304" pitchFamily="18" charset="0"/>
              </a:rPr>
              <a:t>04-05-2026</a:t>
            </a:fld>
            <a:endParaRPr lang="en-IN" dirty="0">
              <a:latin typeface="Times New Roman" panose="02020603050405020304" pitchFamily="18" charset="0"/>
            </a:endParaRPr>
          </a:p>
        </p:txBody>
      </p:sp>
      <p:sp>
        <p:nvSpPr>
          <p:cNvPr id="3" name="Footer Placeholder 2">
            <a:extLst>
              <a:ext uri="{FF2B5EF4-FFF2-40B4-BE49-F238E27FC236}">
                <a16:creationId xmlns:a16="http://schemas.microsoft.com/office/drawing/2014/main" id="{7CBF7559-E621-48E3-B8E1-CA82B563D329}"/>
              </a:ext>
            </a:extLst>
          </p:cNvPr>
          <p:cNvSpPr>
            <a:spLocks noGrp="1"/>
          </p:cNvSpPr>
          <p:nvPr>
            <p:ph type="ftr" sz="quarter" idx="11"/>
          </p:nvPr>
        </p:nvSpPr>
        <p:spPr/>
        <p:txBody>
          <a:bodyPr/>
          <a:lstStyle/>
          <a:p>
            <a:r>
              <a:rPr lang="en-IN" dirty="0">
                <a:latin typeface="Times New Roman" panose="02020603050405020304" pitchFamily="18" charset="0"/>
              </a:rPr>
              <a:t>Project Viva voce Examination</a:t>
            </a:r>
          </a:p>
        </p:txBody>
      </p:sp>
      <p:sp>
        <p:nvSpPr>
          <p:cNvPr id="4" name="Slide Number Placeholder 3">
            <a:extLst>
              <a:ext uri="{FF2B5EF4-FFF2-40B4-BE49-F238E27FC236}">
                <a16:creationId xmlns:a16="http://schemas.microsoft.com/office/drawing/2014/main" id="{D1F710D6-DB35-CB84-9F00-70DF26C45605}"/>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rPr>
              <a:t>13</a:t>
            </a:fld>
            <a:endParaRPr lang="en-IN" dirty="0">
              <a:latin typeface="Times New Roman" panose="02020603050405020304" pitchFamily="18" charset="0"/>
            </a:endParaRPr>
          </a:p>
        </p:txBody>
      </p:sp>
      <p:sp>
        <p:nvSpPr>
          <p:cNvPr id="6" name="TextBox 5">
            <a:extLst>
              <a:ext uri="{FF2B5EF4-FFF2-40B4-BE49-F238E27FC236}">
                <a16:creationId xmlns:a16="http://schemas.microsoft.com/office/drawing/2014/main" id="{B8A18609-CD1F-FF35-05B3-B385D50AC73A}"/>
              </a:ext>
            </a:extLst>
          </p:cNvPr>
          <p:cNvSpPr txBox="1"/>
          <p:nvPr/>
        </p:nvSpPr>
        <p:spPr>
          <a:xfrm>
            <a:off x="838199" y="872630"/>
            <a:ext cx="10515600" cy="280698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altLang="en-US" sz="2000" b="1" dirty="0">
                <a:solidFill>
                  <a:prstClr val="black"/>
                </a:solidFill>
                <a:latin typeface="Times New Roman" panose="02020603050405020304" pitchFamily="18" charset="0"/>
                <a:cs typeface="Times New Roman" panose="02020603050405020304" pitchFamily="18" charset="0"/>
              </a:rPr>
              <a:t>Scalable Deployment</a:t>
            </a:r>
          </a:p>
          <a:p>
            <a:pPr marL="1200150" lvl="2" indent="-285750" algn="just">
              <a:lnSpc>
                <a:spcPct val="150000"/>
              </a:lnSpc>
              <a:buFont typeface="Wingdings" panose="05000000000000000000" pitchFamily="2" charset="2"/>
              <a:buChar char="Ø"/>
            </a:pPr>
            <a:r>
              <a:rPr lang="en-US" altLang="en-US" sz="2000" dirty="0">
                <a:solidFill>
                  <a:prstClr val="black"/>
                </a:solidFill>
                <a:latin typeface="Times New Roman" panose="02020603050405020304" pitchFamily="18" charset="0"/>
                <a:cs typeface="Times New Roman" panose="02020603050405020304" pitchFamily="18" charset="0"/>
              </a:rPr>
              <a:t>Centralized Resource Management</a:t>
            </a:r>
          </a:p>
          <a:p>
            <a:pPr marL="1200150" lvl="2" indent="-285750" algn="just">
              <a:lnSpc>
                <a:spcPct val="150000"/>
              </a:lnSpc>
              <a:buFont typeface="Wingdings" panose="05000000000000000000" pitchFamily="2" charset="2"/>
              <a:buChar char="Ø"/>
            </a:pPr>
            <a:r>
              <a:rPr lang="en-US" altLang="en-US" sz="2000" dirty="0">
                <a:solidFill>
                  <a:prstClr val="black"/>
                </a:solidFill>
                <a:latin typeface="Times New Roman" panose="02020603050405020304" pitchFamily="18" charset="0"/>
                <a:cs typeface="Times New Roman" panose="02020603050405020304" pitchFamily="18" charset="0"/>
              </a:rPr>
              <a:t>Automated Bulk Deployment</a:t>
            </a:r>
          </a:p>
          <a:p>
            <a:pPr marL="1200150" lvl="2" indent="-285750" algn="just">
              <a:lnSpc>
                <a:spcPct val="150000"/>
              </a:lnSpc>
              <a:buFont typeface="Wingdings" panose="05000000000000000000" pitchFamily="2" charset="2"/>
              <a:buChar char="Ø"/>
            </a:pPr>
            <a:r>
              <a:rPr lang="en-US" altLang="en-US" sz="2000" dirty="0">
                <a:solidFill>
                  <a:prstClr val="black"/>
                </a:solidFill>
                <a:latin typeface="Times New Roman" panose="02020603050405020304" pitchFamily="18" charset="0"/>
                <a:cs typeface="Times New Roman" panose="02020603050405020304" pitchFamily="18" charset="0"/>
              </a:rPr>
              <a:t>High-Speed Network Updates</a:t>
            </a:r>
          </a:p>
          <a:p>
            <a:pPr marL="1200150" lvl="2" indent="-285750" algn="just">
              <a:lnSpc>
                <a:spcPct val="150000"/>
              </a:lnSpc>
              <a:buFont typeface="Wingdings" panose="05000000000000000000" pitchFamily="2" charset="2"/>
              <a:buChar char="Ø"/>
            </a:pPr>
            <a:r>
              <a:rPr lang="en-US" altLang="en-US" sz="2000" dirty="0">
                <a:solidFill>
                  <a:prstClr val="black"/>
                </a:solidFill>
                <a:latin typeface="Times New Roman" panose="02020603050405020304" pitchFamily="18" charset="0"/>
                <a:cs typeface="Times New Roman" panose="02020603050405020304" pitchFamily="18" charset="0"/>
              </a:rPr>
              <a:t>Low Operational Overhead</a:t>
            </a:r>
            <a:endParaRPr lang="en-US" altLang="en-US" sz="2000" b="1" dirty="0">
              <a:solidFill>
                <a:prstClr val="black"/>
              </a:solidFill>
              <a:latin typeface="Times New Roman" panose="02020603050405020304" pitchFamily="18" charset="0"/>
              <a:cs typeface="Times New Roman" panose="02020603050405020304" pitchFamily="18" charset="0"/>
            </a:endParaRPr>
          </a:p>
          <a:p>
            <a:pPr marL="742950" lvl="1" indent="-285750" algn="just">
              <a:lnSpc>
                <a:spcPct val="15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5EE3F72-2F87-CD2E-16D5-FB7E770F9103}"/>
              </a:ext>
            </a:extLst>
          </p:cNvPr>
          <p:cNvSpPr txBox="1"/>
          <p:nvPr/>
        </p:nvSpPr>
        <p:spPr>
          <a:xfrm>
            <a:off x="838199" y="410965"/>
            <a:ext cx="10515601" cy="461665"/>
          </a:xfrm>
          <a:prstGeom prst="rect">
            <a:avLst/>
          </a:prstGeom>
          <a:noFill/>
        </p:spPr>
        <p:txBody>
          <a:bodyPr wrap="square" rtlCol="0">
            <a:spAutoFit/>
          </a:bodyPr>
          <a:lstStyle/>
          <a:p>
            <a:r>
              <a:rPr lang="en-US" sz="2400" b="1" dirty="0">
                <a:latin typeface="Times New Roman" panose="02020603050405020304" pitchFamily="18" charset="0"/>
              </a:rPr>
              <a:t>MODULES</a:t>
            </a:r>
            <a:r>
              <a:rPr lang="en-US" sz="2400" dirty="0">
                <a:latin typeface="Times New Roman" panose="02020603050405020304" pitchFamily="18" charset="0"/>
              </a:rPr>
              <a:t>(</a:t>
            </a:r>
            <a:r>
              <a:rPr lang="en-US" sz="2400" b="1" dirty="0">
                <a:latin typeface="Times New Roman" panose="02020603050405020304" pitchFamily="18" charset="0"/>
              </a:rPr>
              <a:t>Cont</a:t>
            </a:r>
            <a:r>
              <a:rPr lang="en-US" sz="2400" dirty="0">
                <a:latin typeface="Times New Roman" panose="02020603050405020304" pitchFamily="18" charset="0"/>
              </a:rPr>
              <a:t>.)</a:t>
            </a:r>
            <a:endParaRPr lang="en-IN" sz="2400" dirty="0">
              <a:latin typeface="Times New Roman" panose="02020603050405020304" pitchFamily="18" charset="0"/>
            </a:endParaRPr>
          </a:p>
        </p:txBody>
      </p:sp>
    </p:spTree>
    <p:extLst>
      <p:ext uri="{BB962C8B-B14F-4D97-AF65-F5344CB8AC3E}">
        <p14:creationId xmlns:p14="http://schemas.microsoft.com/office/powerpoint/2010/main" val="100039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00CEBD5-8205-EC9D-2D2B-E4F4B756B185}"/>
              </a:ext>
            </a:extLst>
          </p:cNvPr>
          <p:cNvSpPr>
            <a:spLocks noGrp="1"/>
          </p:cNvSpPr>
          <p:nvPr>
            <p:ph type="dt" sz="half" idx="10"/>
          </p:nvPr>
        </p:nvSpPr>
        <p:spPr/>
        <p:txBody>
          <a:bodyPr/>
          <a:lstStyle/>
          <a:p>
            <a:fld id="{521D2C1E-8C11-4E3A-BEFB-22EB19212473}" type="datetime1">
              <a:rPr lang="en-IN" smtClean="0">
                <a:latin typeface="Times New Roman" panose="02020603050405020304" pitchFamily="18" charset="0"/>
                <a:cs typeface="Times New Roman" panose="02020603050405020304" pitchFamily="18" charset="0"/>
              </a:rPr>
              <a:t>04-05-2026</a:t>
            </a:fld>
            <a:endParaRPr lang="en-IN"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5FB7E795-46C4-6400-1462-C4DBFFDD7EA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Project Viva voce Examination</a:t>
            </a:r>
          </a:p>
        </p:txBody>
      </p:sp>
      <p:sp>
        <p:nvSpPr>
          <p:cNvPr id="6" name="Slide Number Placeholder 5">
            <a:extLst>
              <a:ext uri="{FF2B5EF4-FFF2-40B4-BE49-F238E27FC236}">
                <a16:creationId xmlns:a16="http://schemas.microsoft.com/office/drawing/2014/main" id="{6BACE19B-4DDB-2639-3595-A1169247E43D}"/>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cs typeface="Times New Roman" panose="02020603050405020304" pitchFamily="18" charset="0"/>
              </a:rPr>
              <a:t>14</a:t>
            </a:fld>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03E7965-20DA-7AA5-0793-8754BBFCDBA4}"/>
              </a:ext>
            </a:extLst>
          </p:cNvPr>
          <p:cNvSpPr txBox="1"/>
          <p:nvPr/>
        </p:nvSpPr>
        <p:spPr>
          <a:xfrm>
            <a:off x="838199" y="410965"/>
            <a:ext cx="10515601" cy="461665"/>
          </a:xfrm>
          <a:prstGeom prst="rect">
            <a:avLst/>
          </a:prstGeom>
          <a:noFill/>
        </p:spPr>
        <p:txBody>
          <a:bodyPr wrap="square" rtlCol="0">
            <a:spAutoFit/>
          </a:bodyPr>
          <a:lstStyle/>
          <a:p>
            <a:r>
              <a:rPr lang="en-US" sz="2400" b="1" dirty="0">
                <a:latin typeface="Times New Roman" panose="02020603050405020304" pitchFamily="18" charset="0"/>
              </a:rPr>
              <a:t>METHODOLOGY</a:t>
            </a:r>
            <a:endParaRPr lang="en-IN" sz="2400" b="1" dirty="0">
              <a:latin typeface="Times New Roman" panose="02020603050405020304" pitchFamily="18" charset="0"/>
            </a:endParaRPr>
          </a:p>
        </p:txBody>
      </p:sp>
      <p:sp>
        <p:nvSpPr>
          <p:cNvPr id="8" name="TextBox 7">
            <a:extLst>
              <a:ext uri="{FF2B5EF4-FFF2-40B4-BE49-F238E27FC236}">
                <a16:creationId xmlns:a16="http://schemas.microsoft.com/office/drawing/2014/main" id="{5FDD5DAA-5133-6E2A-7CE3-398E71AE691E}"/>
              </a:ext>
            </a:extLst>
          </p:cNvPr>
          <p:cNvSpPr txBox="1"/>
          <p:nvPr/>
        </p:nvSpPr>
        <p:spPr>
          <a:xfrm>
            <a:off x="838198" y="1056834"/>
            <a:ext cx="10515601" cy="5115311"/>
          </a:xfrm>
          <a:prstGeom prst="rect">
            <a:avLst/>
          </a:prstGeom>
          <a:noFill/>
        </p:spPr>
        <p:txBody>
          <a:bodyPr wrap="square">
            <a:spAutoFit/>
          </a:bodyPr>
          <a:lstStyle/>
          <a:p>
            <a:pPr marL="342900" lvl="0" indent="-342900" algn="just" defTabSz="914400" eaLnBrk="0" fontAlgn="base" hangingPunct="0">
              <a:lnSpc>
                <a:spcPct val="150000"/>
              </a:lnSpc>
              <a:spcBef>
                <a:spcPct val="0"/>
              </a:spcBef>
              <a:spcAft>
                <a:spcPct val="0"/>
              </a:spcAft>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Distributed Edge Prevention (DEP)</a:t>
            </a:r>
          </a:p>
          <a:p>
            <a:pPr marL="800100" lvl="1"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Manages the core "Sense-Match-Block-Report" workflow to eliminate human-in-the-loop delays.</a:t>
            </a:r>
          </a:p>
          <a:p>
            <a:pPr marL="800100" lvl="1"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Processes 1.2Gbps campus traffic to output either a packet "ALLOW" or "BLOCK" action.</a:t>
            </a:r>
          </a:p>
          <a:p>
            <a:pPr marL="342900" indent="-342900" algn="just" defTabSz="914400" eaLnBrk="0" fontAlgn="base" hangingPunct="0">
              <a:lnSpc>
                <a:spcPct val="150000"/>
              </a:lnSpc>
              <a:spcBef>
                <a:spcPct val="0"/>
              </a:spcBef>
              <a:spcAft>
                <a:spcPct val="0"/>
              </a:spcAft>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Aho-</a:t>
            </a:r>
            <a:r>
              <a:rPr lang="en-US" altLang="en-US" sz="2000" b="1" dirty="0" err="1">
                <a:latin typeface="Times New Roman" panose="02020603050405020304" pitchFamily="18" charset="0"/>
                <a:cs typeface="Times New Roman" panose="02020603050405020304" pitchFamily="18" charset="0"/>
              </a:rPr>
              <a:t>Corasick</a:t>
            </a:r>
            <a:endParaRPr lang="en-US" altLang="en-US" sz="2000" b="1" dirty="0">
              <a:latin typeface="Times New Roman" panose="02020603050405020304" pitchFamily="18" charset="0"/>
              <a:cs typeface="Times New Roman" panose="02020603050405020304" pitchFamily="18" charset="0"/>
            </a:endParaRPr>
          </a:p>
          <a:p>
            <a:pPr marL="800100" lvl="1"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A dictionary-matching algorithm used to scan packets against 80,000 signatures simultaneously in memory.</a:t>
            </a:r>
          </a:p>
          <a:p>
            <a:pPr marL="800100" lvl="1"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Optimizes detection performance by locating multiple threat patterns in a single pass of data.</a:t>
            </a:r>
          </a:p>
          <a:p>
            <a:pPr marL="342900" lvl="0" indent="-342900" algn="just" defTabSz="914400" eaLnBrk="0" fontAlgn="base" hangingPunct="0">
              <a:lnSpc>
                <a:spcPct val="150000"/>
              </a:lnSpc>
              <a:spcBef>
                <a:spcPct val="0"/>
              </a:spcBef>
              <a:spcAft>
                <a:spcPct val="0"/>
              </a:spcAft>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Boyer-Moore</a:t>
            </a:r>
          </a:p>
          <a:p>
            <a:pPr marL="800100" lvl="1"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A high-efficiency string-searching algorithm used for fast pattern matching within the analysis engine.</a:t>
            </a:r>
          </a:p>
        </p:txBody>
      </p:sp>
    </p:spTree>
    <p:extLst>
      <p:ext uri="{BB962C8B-B14F-4D97-AF65-F5344CB8AC3E}">
        <p14:creationId xmlns:p14="http://schemas.microsoft.com/office/powerpoint/2010/main" val="1807519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D8BA5A-54AD-AC82-A671-26E7254FB6F1}"/>
              </a:ext>
            </a:extLst>
          </p:cNvPr>
          <p:cNvSpPr>
            <a:spLocks noGrp="1"/>
          </p:cNvSpPr>
          <p:nvPr>
            <p:ph type="dt" sz="half" idx="10"/>
          </p:nvPr>
        </p:nvSpPr>
        <p:spPr/>
        <p:txBody>
          <a:bodyPr/>
          <a:lstStyle/>
          <a:p>
            <a:fld id="{DB342DCA-C736-47D2-A254-542149B8B8D1}" type="datetime1">
              <a:rPr lang="en-IN" smtClean="0"/>
              <a:t>04-05-2026</a:t>
            </a:fld>
            <a:endParaRPr lang="en-IN" dirty="0"/>
          </a:p>
        </p:txBody>
      </p:sp>
      <p:sp>
        <p:nvSpPr>
          <p:cNvPr id="3" name="Footer Placeholder 2">
            <a:extLst>
              <a:ext uri="{FF2B5EF4-FFF2-40B4-BE49-F238E27FC236}">
                <a16:creationId xmlns:a16="http://schemas.microsoft.com/office/drawing/2014/main" id="{2ADD0CBE-5E51-5783-5D86-BD5896BB8130}"/>
              </a:ext>
            </a:extLst>
          </p:cNvPr>
          <p:cNvSpPr>
            <a:spLocks noGrp="1"/>
          </p:cNvSpPr>
          <p:nvPr>
            <p:ph type="ftr" sz="quarter" idx="11"/>
          </p:nvPr>
        </p:nvSpPr>
        <p:spPr/>
        <p:txBody>
          <a:bodyPr/>
          <a:lstStyle/>
          <a:p>
            <a:r>
              <a:rPr lang="en-IN"/>
              <a:t>Project Viva voce Examination</a:t>
            </a:r>
            <a:endParaRPr lang="en-IN" dirty="0"/>
          </a:p>
        </p:txBody>
      </p:sp>
      <p:sp>
        <p:nvSpPr>
          <p:cNvPr id="4" name="Slide Number Placeholder 3">
            <a:extLst>
              <a:ext uri="{FF2B5EF4-FFF2-40B4-BE49-F238E27FC236}">
                <a16:creationId xmlns:a16="http://schemas.microsoft.com/office/drawing/2014/main" id="{C74C9699-6DE1-BDF2-C52B-A0DDA4615AB1}"/>
              </a:ext>
            </a:extLst>
          </p:cNvPr>
          <p:cNvSpPr>
            <a:spLocks noGrp="1"/>
          </p:cNvSpPr>
          <p:nvPr>
            <p:ph type="sldNum" sz="quarter" idx="12"/>
          </p:nvPr>
        </p:nvSpPr>
        <p:spPr/>
        <p:txBody>
          <a:bodyPr/>
          <a:lstStyle/>
          <a:p>
            <a:fld id="{8CA87A9D-18A1-46CA-A0E8-ED18A288660F}" type="slidenum">
              <a:rPr lang="en-IN" smtClean="0"/>
              <a:t>15</a:t>
            </a:fld>
            <a:endParaRPr lang="en-IN" dirty="0"/>
          </a:p>
        </p:txBody>
      </p:sp>
      <p:sp>
        <p:nvSpPr>
          <p:cNvPr id="6" name="TextBox 5">
            <a:extLst>
              <a:ext uri="{FF2B5EF4-FFF2-40B4-BE49-F238E27FC236}">
                <a16:creationId xmlns:a16="http://schemas.microsoft.com/office/drawing/2014/main" id="{9C47F458-1E40-ACEE-8E41-53D96C77B0BD}"/>
              </a:ext>
            </a:extLst>
          </p:cNvPr>
          <p:cNvSpPr txBox="1"/>
          <p:nvPr/>
        </p:nvSpPr>
        <p:spPr>
          <a:xfrm>
            <a:off x="838199" y="1013153"/>
            <a:ext cx="10515600" cy="4191981"/>
          </a:xfrm>
          <a:prstGeom prst="rect">
            <a:avLst/>
          </a:prstGeom>
          <a:noFill/>
        </p:spPr>
        <p:txBody>
          <a:bodyPr wrap="square">
            <a:spAutoFit/>
          </a:bodyPr>
          <a:lstStyle/>
          <a:p>
            <a:pPr marL="800100" lvl="1" indent="-342900" algn="just" defTabSz="914400" eaLnBrk="0" fontAlgn="base" hangingPunct="0">
              <a:lnSpc>
                <a:spcPct val="15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Reduces CPU load by skipping non-matching data during real-time traffic inspection</a:t>
            </a:r>
            <a:endParaRPr lang="en-US" sz="2000" dirty="0">
              <a:latin typeface="Times New Roman" panose="02020603050405020304" pitchFamily="18" charset="0"/>
              <a:cs typeface="Times New Roman" panose="02020603050405020304" pitchFamily="18" charset="0"/>
            </a:endParaRPr>
          </a:p>
          <a:p>
            <a:pPr marL="285750" indent="-285750" algn="just" defTabSz="914400" eaLnBrk="0" fontAlgn="base" hangingPunct="0">
              <a:lnSpc>
                <a:spcPct val="150000"/>
              </a:lnSpc>
              <a:spcBef>
                <a:spcPct val="0"/>
              </a:spcBef>
              <a:spcAft>
                <a:spcPct val="0"/>
              </a:spcAf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Regular Expressions (Regex)</a:t>
            </a:r>
          </a:p>
          <a:p>
            <a:pPr marL="742950" lvl="1" indent="-285750" algn="just" defTabSz="914400"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Utilized for complex "</a:t>
            </a:r>
            <a:r>
              <a:rPr lang="en-US" sz="2000" dirty="0" err="1">
                <a:latin typeface="Times New Roman" panose="02020603050405020304" pitchFamily="18" charset="0"/>
                <a:cs typeface="Times New Roman" panose="02020603050405020304" pitchFamily="18" charset="0"/>
              </a:rPr>
              <a:t>pcre</a:t>
            </a:r>
            <a:r>
              <a:rPr lang="en-US" sz="2000" dirty="0">
                <a:latin typeface="Times New Roman" panose="02020603050405020304" pitchFamily="18" charset="0"/>
                <a:cs typeface="Times New Roman" panose="02020603050405020304" pitchFamily="18" charset="0"/>
              </a:rPr>
              <a:t>" pattern matching to identify sophisticated or specific malware payloads.</a:t>
            </a:r>
          </a:p>
          <a:p>
            <a:pPr marL="742950" lvl="1" indent="-285750" algn="just" defTabSz="914400"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Enables contextual checks to confirm attack classifications and help avoid false positives.</a:t>
            </a:r>
          </a:p>
          <a:p>
            <a:pPr marL="342900" indent="-342900" algn="just" defTabSz="914400" eaLnBrk="0" fontAlgn="base" hangingPunct="0">
              <a:lnSpc>
                <a:spcPct val="150000"/>
              </a:lnSpc>
              <a:spcBef>
                <a:spcPct val="0"/>
              </a:spcBef>
              <a:spcAft>
                <a:spcPct val="0"/>
              </a:spcAft>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Dynamic Firewall Rule Generation</a:t>
            </a:r>
          </a:p>
          <a:p>
            <a:pPr marL="800100" lvl="1" indent="-342900" algn="just" defTabSz="914400"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Translates threat detections into shell commands to drop connections at the kernel level via iptables.</a:t>
            </a:r>
          </a:p>
          <a:p>
            <a:pPr marL="800100" lvl="1" indent="-342900" algn="just" defTabSz="914400" eaLnBrk="0" fontAlgn="base" hangingPunct="0">
              <a:lnSpc>
                <a:spcPct val="15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Ensures malicious connections are terminated autonomously within a target latency of 0.2ms.</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FB038AF-FB2F-099D-7D1C-5C52D98D0655}"/>
              </a:ext>
            </a:extLst>
          </p:cNvPr>
          <p:cNvSpPr txBox="1"/>
          <p:nvPr/>
        </p:nvSpPr>
        <p:spPr>
          <a:xfrm>
            <a:off x="838199" y="410965"/>
            <a:ext cx="10515601" cy="461665"/>
          </a:xfrm>
          <a:prstGeom prst="rect">
            <a:avLst/>
          </a:prstGeom>
          <a:noFill/>
        </p:spPr>
        <p:txBody>
          <a:bodyPr wrap="square" rtlCol="0">
            <a:spAutoFit/>
          </a:bodyPr>
          <a:lstStyle/>
          <a:p>
            <a:r>
              <a:rPr lang="en-US" sz="2400" b="1" dirty="0">
                <a:latin typeface="Times New Roman" panose="02020603050405020304" pitchFamily="18" charset="0"/>
              </a:rPr>
              <a:t>METHODOLOGY</a:t>
            </a:r>
            <a:r>
              <a:rPr lang="en-US" sz="2400" dirty="0">
                <a:latin typeface="Times New Roman" panose="02020603050405020304" pitchFamily="18" charset="0"/>
              </a:rPr>
              <a:t> (</a:t>
            </a:r>
            <a:r>
              <a:rPr lang="en-US" sz="2400" b="1" dirty="0">
                <a:latin typeface="Times New Roman" panose="02020603050405020304" pitchFamily="18" charset="0"/>
              </a:rPr>
              <a:t>Cont</a:t>
            </a:r>
            <a:r>
              <a:rPr lang="en-US" sz="2400" dirty="0">
                <a:latin typeface="Times New Roman" panose="02020603050405020304" pitchFamily="18" charset="0"/>
              </a:rPr>
              <a:t>.)</a:t>
            </a:r>
            <a:endParaRPr lang="en-IN" sz="2400" dirty="0">
              <a:latin typeface="Times New Roman" panose="02020603050405020304" pitchFamily="18" charset="0"/>
            </a:endParaRPr>
          </a:p>
        </p:txBody>
      </p:sp>
    </p:spTree>
    <p:extLst>
      <p:ext uri="{BB962C8B-B14F-4D97-AF65-F5344CB8AC3E}">
        <p14:creationId xmlns:p14="http://schemas.microsoft.com/office/powerpoint/2010/main" val="3538964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5616ED-9C19-6196-AAB5-A69ECC1D70B4}"/>
              </a:ext>
            </a:extLst>
          </p:cNvPr>
          <p:cNvSpPr>
            <a:spLocks noGrp="1"/>
          </p:cNvSpPr>
          <p:nvPr>
            <p:ph type="dt" sz="half" idx="10"/>
          </p:nvPr>
        </p:nvSpPr>
        <p:spPr/>
        <p:txBody>
          <a:bodyPr/>
          <a:lstStyle/>
          <a:p>
            <a:fld id="{DB342DCA-C736-47D2-A254-542149B8B8D1}" type="datetime1">
              <a:rPr lang="en-IN" smtClean="0"/>
              <a:t>04-05-2026</a:t>
            </a:fld>
            <a:endParaRPr lang="en-IN" dirty="0"/>
          </a:p>
        </p:txBody>
      </p:sp>
      <p:sp>
        <p:nvSpPr>
          <p:cNvPr id="3" name="Footer Placeholder 2">
            <a:extLst>
              <a:ext uri="{FF2B5EF4-FFF2-40B4-BE49-F238E27FC236}">
                <a16:creationId xmlns:a16="http://schemas.microsoft.com/office/drawing/2014/main" id="{85469266-D143-8F60-A2A7-B00AC4BBEE23}"/>
              </a:ext>
            </a:extLst>
          </p:cNvPr>
          <p:cNvSpPr>
            <a:spLocks noGrp="1"/>
          </p:cNvSpPr>
          <p:nvPr>
            <p:ph type="ftr" sz="quarter" idx="11"/>
          </p:nvPr>
        </p:nvSpPr>
        <p:spPr/>
        <p:txBody>
          <a:bodyPr/>
          <a:lstStyle/>
          <a:p>
            <a:r>
              <a:rPr lang="en-IN"/>
              <a:t>Project Viva voce Examination</a:t>
            </a:r>
            <a:endParaRPr lang="en-IN" dirty="0"/>
          </a:p>
        </p:txBody>
      </p:sp>
      <p:sp>
        <p:nvSpPr>
          <p:cNvPr id="4" name="Slide Number Placeholder 3">
            <a:extLst>
              <a:ext uri="{FF2B5EF4-FFF2-40B4-BE49-F238E27FC236}">
                <a16:creationId xmlns:a16="http://schemas.microsoft.com/office/drawing/2014/main" id="{F9157E6E-46EA-17EF-F64F-6D2EEBECE5D1}"/>
              </a:ext>
            </a:extLst>
          </p:cNvPr>
          <p:cNvSpPr>
            <a:spLocks noGrp="1"/>
          </p:cNvSpPr>
          <p:nvPr>
            <p:ph type="sldNum" sz="quarter" idx="12"/>
          </p:nvPr>
        </p:nvSpPr>
        <p:spPr/>
        <p:txBody>
          <a:bodyPr/>
          <a:lstStyle/>
          <a:p>
            <a:fld id="{8CA87A9D-18A1-46CA-A0E8-ED18A288660F}" type="slidenum">
              <a:rPr lang="en-IN" smtClean="0"/>
              <a:t>16</a:t>
            </a:fld>
            <a:endParaRPr lang="en-IN" dirty="0"/>
          </a:p>
        </p:txBody>
      </p:sp>
      <p:sp>
        <p:nvSpPr>
          <p:cNvPr id="6" name="TextBox 5">
            <a:extLst>
              <a:ext uri="{FF2B5EF4-FFF2-40B4-BE49-F238E27FC236}">
                <a16:creationId xmlns:a16="http://schemas.microsoft.com/office/drawing/2014/main" id="{5F0D628E-879B-66BF-EDAF-A99C41685AC5}"/>
              </a:ext>
            </a:extLst>
          </p:cNvPr>
          <p:cNvSpPr txBox="1"/>
          <p:nvPr/>
        </p:nvSpPr>
        <p:spPr>
          <a:xfrm>
            <a:off x="822156" y="1102177"/>
            <a:ext cx="10515601" cy="465364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Multi-Agent Coordination Logic</a:t>
            </a:r>
          </a:p>
          <a:p>
            <a:pPr marL="742950" lvl="1" indent="-28575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Orchestrates 250+ mobile agents to provide decentralized security without a single point of failure.</a:t>
            </a:r>
          </a:p>
          <a:p>
            <a:pPr marL="742950" lvl="1" indent="-28575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Enables rapid, large-scale deployment across diverse campus labs and hostels using automated SSH scripts.</a:t>
            </a:r>
          </a:p>
          <a:p>
            <a:pPr marL="285750" indent="-28575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Low-Based Summarization</a:t>
            </a:r>
          </a:p>
          <a:p>
            <a:pPr marL="742950" lvl="1"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Aggregates individual packets into structured 5-tuple flows for more efficient metadata analysis.</a:t>
            </a:r>
          </a:p>
          <a:p>
            <a:pPr marL="742950" lvl="1" indent="-28575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Enriches captured data with local context, such as lab names and timestamps, for forensic logging.</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B2EC6A6-609D-C86C-75E8-49B8165E3C54}"/>
              </a:ext>
            </a:extLst>
          </p:cNvPr>
          <p:cNvSpPr txBox="1"/>
          <p:nvPr/>
        </p:nvSpPr>
        <p:spPr>
          <a:xfrm>
            <a:off x="822157" y="410965"/>
            <a:ext cx="10515601" cy="461665"/>
          </a:xfrm>
          <a:prstGeom prst="rect">
            <a:avLst/>
          </a:prstGeom>
          <a:noFill/>
        </p:spPr>
        <p:txBody>
          <a:bodyPr wrap="square" rtlCol="0">
            <a:spAutoFit/>
          </a:bodyPr>
          <a:lstStyle/>
          <a:p>
            <a:r>
              <a:rPr lang="en-US" sz="2400" b="1" dirty="0">
                <a:latin typeface="Times New Roman" panose="02020603050405020304" pitchFamily="18" charset="0"/>
              </a:rPr>
              <a:t>METHODOLOGY</a:t>
            </a:r>
            <a:r>
              <a:rPr lang="en-US" sz="2400" dirty="0">
                <a:latin typeface="Times New Roman" panose="02020603050405020304" pitchFamily="18" charset="0"/>
              </a:rPr>
              <a:t> </a:t>
            </a:r>
            <a:r>
              <a:rPr lang="en-US" sz="2400" b="1" dirty="0">
                <a:latin typeface="Times New Roman" panose="02020603050405020304" pitchFamily="18" charset="0"/>
              </a:rPr>
              <a:t>(Cont.)</a:t>
            </a:r>
            <a:endParaRPr lang="en-IN" sz="2400" b="1" dirty="0">
              <a:latin typeface="Times New Roman" panose="02020603050405020304" pitchFamily="18" charset="0"/>
            </a:endParaRPr>
          </a:p>
        </p:txBody>
      </p:sp>
    </p:spTree>
    <p:extLst>
      <p:ext uri="{BB962C8B-B14F-4D97-AF65-F5344CB8AC3E}">
        <p14:creationId xmlns:p14="http://schemas.microsoft.com/office/powerpoint/2010/main" val="3314540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07670F-C93D-8397-40A3-9BCDC2C81FDB}"/>
              </a:ext>
            </a:extLst>
          </p:cNvPr>
          <p:cNvSpPr txBox="1"/>
          <p:nvPr/>
        </p:nvSpPr>
        <p:spPr>
          <a:xfrm>
            <a:off x="838200" y="872630"/>
            <a:ext cx="10515600" cy="5478423"/>
          </a:xfrm>
          <a:prstGeom prst="rect">
            <a:avLst/>
          </a:prstGeom>
          <a:noFill/>
        </p:spPr>
        <p:txBody>
          <a:bodyPr wrap="square" rtlCol="0">
            <a:spAutoFit/>
          </a:bodyPr>
          <a:lstStyle/>
          <a:p>
            <a:r>
              <a:rPr lang="en-IN" sz="2000" b="1" dirty="0">
                <a:latin typeface="Times New Roman" panose="02020603050405020304" pitchFamily="18" charset="0"/>
              </a:rPr>
              <a:t>agent_simulator.py</a:t>
            </a:r>
            <a:endParaRPr lang="en-IN" sz="2000" dirty="0">
              <a:latin typeface="Times New Roman" panose="02020603050405020304" pitchFamily="18" charset="0"/>
            </a:endParaRPr>
          </a:p>
          <a:p>
            <a:pPr>
              <a:lnSpc>
                <a:spcPct val="150000"/>
              </a:lnSpc>
            </a:pPr>
            <a:r>
              <a:rPr lang="en-IN" sz="2000" b="1" dirty="0">
                <a:latin typeface="Times New Roman" panose="02020603050405020304" pitchFamily="18" charset="0"/>
              </a:rPr>
              <a:t>HOW IT WORKS</a:t>
            </a:r>
          </a:p>
          <a:p>
            <a:pPr marL="342900" indent="-342900">
              <a:lnSpc>
                <a:spcPct val="150000"/>
              </a:lnSpc>
              <a:buFont typeface="Arial" panose="020B0604020202020204" pitchFamily="34" charset="0"/>
              <a:buChar char="•"/>
            </a:pPr>
            <a:r>
              <a:rPr lang="en-US" altLang="en-US" sz="2000" b="1" dirty="0">
                <a:latin typeface="Times New Roman" panose="02020603050405020304" pitchFamily="18" charset="0"/>
              </a:rPr>
              <a:t>Spawns 250 Virtual Agents</a:t>
            </a:r>
          </a:p>
          <a:p>
            <a:pPr lvl="1" eaLnBrk="0" fontAlgn="base" hangingPunct="0">
              <a:spcBef>
                <a:spcPct val="0"/>
              </a:spcBef>
              <a:spcAft>
                <a:spcPct val="0"/>
              </a:spcAft>
            </a:pPr>
            <a:r>
              <a:rPr lang="en-US" altLang="en-US" sz="2000" dirty="0">
                <a:latin typeface="Times New Roman" panose="02020603050405020304" pitchFamily="18" charset="0"/>
              </a:rPr>
              <a:t>AGENT-001 → CSE Lab (192.168.1.0/24)</a:t>
            </a:r>
          </a:p>
          <a:p>
            <a:pPr lvl="1" eaLnBrk="0" fontAlgn="base" hangingPunct="0">
              <a:spcBef>
                <a:spcPct val="0"/>
              </a:spcBef>
              <a:spcAft>
                <a:spcPct val="0"/>
              </a:spcAft>
            </a:pPr>
            <a:r>
              <a:rPr lang="en-US" altLang="en-US" sz="2000" dirty="0">
                <a:latin typeface="Times New Roman" panose="02020603050405020304" pitchFamily="18" charset="0"/>
              </a:rPr>
              <a:t>AGENT-002 → CSE Lab  </a:t>
            </a:r>
          </a:p>
          <a:p>
            <a:pPr lvl="1" eaLnBrk="0" fontAlgn="base" hangingPunct="0">
              <a:spcBef>
                <a:spcPct val="0"/>
              </a:spcBef>
              <a:spcAft>
                <a:spcPct val="0"/>
              </a:spcAft>
            </a:pPr>
            <a:r>
              <a:rPr lang="en-US" altLang="en-US" sz="2000" dirty="0">
                <a:latin typeface="Times New Roman" panose="02020603050405020304" pitchFamily="18" charset="0"/>
              </a:rPr>
              <a:t>...</a:t>
            </a:r>
          </a:p>
          <a:p>
            <a:pPr lvl="1" eaLnBrk="0" fontAlgn="base" hangingPunct="0">
              <a:spcBef>
                <a:spcPct val="0"/>
              </a:spcBef>
              <a:spcAft>
                <a:spcPct val="0"/>
              </a:spcAft>
            </a:pPr>
            <a:r>
              <a:rPr lang="en-US" altLang="en-US" sz="2000" dirty="0">
                <a:latin typeface="Times New Roman" panose="02020603050405020304" pitchFamily="18" charset="0"/>
              </a:rPr>
              <a:t>AGENT-250 → Hostel </a:t>
            </a:r>
            <a:r>
              <a:rPr lang="en-US" altLang="en-US" sz="2000" dirty="0" err="1">
                <a:latin typeface="Times New Roman" panose="02020603050405020304" pitchFamily="18" charset="0"/>
              </a:rPr>
              <a:t>WiFi</a:t>
            </a:r>
            <a:endParaRPr lang="en-US" altLang="en-US" sz="2000" dirty="0">
              <a:latin typeface="Times New Roman" panose="02020603050405020304" pitchFamily="18" charset="0"/>
            </a:endParaRPr>
          </a:p>
          <a:p>
            <a:pPr lvl="1" eaLnBrk="0" fontAlgn="base" hangingPunct="0">
              <a:spcBef>
                <a:spcPct val="0"/>
              </a:spcBef>
              <a:spcAft>
                <a:spcPct val="0"/>
              </a:spcAft>
            </a:pPr>
            <a:r>
              <a:rPr lang="en-US" altLang="en-US" sz="2000" dirty="0">
                <a:latin typeface="Times New Roman" panose="02020603050405020304" pitchFamily="18" charset="0"/>
              </a:rPr>
              <a:t>Each agent "processes" 20-80 packets/second</a:t>
            </a:r>
          </a:p>
          <a:p>
            <a:pPr marL="342900" indent="-342900">
              <a:lnSpc>
                <a:spcPct val="150000"/>
              </a:lnSpc>
              <a:buFont typeface="Arial" panose="020B0604020202020204" pitchFamily="34" charset="0"/>
              <a:buChar char="•"/>
            </a:pPr>
            <a:r>
              <a:rPr lang="en-IN" sz="2000" b="1" dirty="0">
                <a:latin typeface="Times New Roman" panose="02020603050405020304" pitchFamily="18" charset="0"/>
              </a:rPr>
              <a:t>Simulates Snort Rules Detection</a:t>
            </a:r>
          </a:p>
          <a:p>
            <a:pPr lvl="1"/>
            <a:r>
              <a:rPr lang="en-IN" sz="2000" dirty="0">
                <a:latin typeface="Times New Roman" panose="02020603050405020304" pitchFamily="18" charset="0"/>
              </a:rPr>
              <a:t>Attack types:</a:t>
            </a:r>
          </a:p>
          <a:p>
            <a:pPr marL="800100" lvl="1" indent="-342900">
              <a:buFont typeface="Wingdings" panose="05000000000000000000" pitchFamily="2" charset="2"/>
              <a:buChar char="Ø"/>
            </a:pPr>
            <a:r>
              <a:rPr lang="en-IN" sz="2000" dirty="0">
                <a:latin typeface="Times New Roman" panose="02020603050405020304" pitchFamily="18" charset="0"/>
              </a:rPr>
              <a:t> </a:t>
            </a:r>
            <a:r>
              <a:rPr lang="en-IN" sz="2000" dirty="0" err="1">
                <a:latin typeface="Times New Roman" panose="02020603050405020304" pitchFamily="18" charset="0"/>
              </a:rPr>
              <a:t>nmap_syn_scan</a:t>
            </a:r>
            <a:r>
              <a:rPr lang="en-IN" sz="2000" dirty="0">
                <a:latin typeface="Times New Roman" panose="02020603050405020304" pitchFamily="18" charset="0"/>
              </a:rPr>
              <a:t> (medium)</a:t>
            </a:r>
          </a:p>
          <a:p>
            <a:pPr marL="800100" lvl="1" indent="-342900">
              <a:buFont typeface="Wingdings" panose="05000000000000000000" pitchFamily="2" charset="2"/>
              <a:buChar char="Ø"/>
            </a:pPr>
            <a:r>
              <a:rPr lang="en-IN" sz="2000" dirty="0">
                <a:latin typeface="Times New Roman" panose="02020603050405020304" pitchFamily="18" charset="0"/>
              </a:rPr>
              <a:t> </a:t>
            </a:r>
            <a:r>
              <a:rPr lang="en-IN" sz="2000" dirty="0" err="1">
                <a:latin typeface="Times New Roman" panose="02020603050405020304" pitchFamily="18" charset="0"/>
              </a:rPr>
              <a:t>ssh_brute_force</a:t>
            </a:r>
            <a:r>
              <a:rPr lang="en-IN" sz="2000" dirty="0">
                <a:latin typeface="Times New Roman" panose="02020603050405020304" pitchFamily="18" charset="0"/>
              </a:rPr>
              <a:t> (high)  </a:t>
            </a:r>
          </a:p>
          <a:p>
            <a:pPr marL="800100" lvl="1" indent="-342900">
              <a:buFont typeface="Wingdings" panose="05000000000000000000" pitchFamily="2" charset="2"/>
              <a:buChar char="Ø"/>
            </a:pPr>
            <a:r>
              <a:rPr lang="en-IN" sz="2000" dirty="0">
                <a:latin typeface="Times New Roman" panose="02020603050405020304" pitchFamily="18" charset="0"/>
              </a:rPr>
              <a:t> </a:t>
            </a:r>
            <a:r>
              <a:rPr lang="en-IN" sz="2000" dirty="0" err="1">
                <a:latin typeface="Times New Roman" panose="02020603050405020304" pitchFamily="18" charset="0"/>
              </a:rPr>
              <a:t>ddos_flood</a:t>
            </a:r>
            <a:r>
              <a:rPr lang="en-IN" sz="2000" dirty="0">
                <a:latin typeface="Times New Roman" panose="02020603050405020304" pitchFamily="18" charset="0"/>
              </a:rPr>
              <a:t> (critical)</a:t>
            </a:r>
          </a:p>
          <a:p>
            <a:pPr marL="800100" lvl="1" indent="-342900">
              <a:buFont typeface="Wingdings" panose="05000000000000000000" pitchFamily="2" charset="2"/>
              <a:buChar char="Ø"/>
            </a:pPr>
            <a:r>
              <a:rPr lang="en-IN" sz="2000" dirty="0">
                <a:latin typeface="Times New Roman" panose="02020603050405020304" pitchFamily="18" charset="0"/>
              </a:rPr>
              <a:t> </a:t>
            </a:r>
            <a:r>
              <a:rPr lang="en-IN" sz="2000" dirty="0" err="1">
                <a:latin typeface="Times New Roman" panose="02020603050405020304" pitchFamily="18" charset="0"/>
              </a:rPr>
              <a:t>sql_injection</a:t>
            </a:r>
            <a:r>
              <a:rPr lang="en-IN" sz="2000" dirty="0">
                <a:latin typeface="Times New Roman" panose="02020603050405020304" pitchFamily="18" charset="0"/>
              </a:rPr>
              <a:t> (critical)</a:t>
            </a:r>
          </a:p>
          <a:p>
            <a:pPr marL="800100" lvl="1" indent="-342900">
              <a:buFont typeface="Wingdings" panose="05000000000000000000" pitchFamily="2" charset="2"/>
              <a:buChar char="Ø"/>
            </a:pPr>
            <a:r>
              <a:rPr lang="en-IN" sz="2000" dirty="0">
                <a:latin typeface="Times New Roman" panose="02020603050405020304" pitchFamily="18" charset="0"/>
              </a:rPr>
              <a:t> </a:t>
            </a:r>
            <a:r>
              <a:rPr lang="en-IN" sz="2000" dirty="0" err="1">
                <a:latin typeface="Times New Roman" panose="02020603050405020304" pitchFamily="18" charset="0"/>
              </a:rPr>
              <a:t>xss_attack</a:t>
            </a:r>
            <a:r>
              <a:rPr lang="en-IN" sz="2000" dirty="0">
                <a:latin typeface="Times New Roman" panose="02020603050405020304" pitchFamily="18" charset="0"/>
              </a:rPr>
              <a:t> (high)</a:t>
            </a:r>
          </a:p>
          <a:p>
            <a:pPr marL="800100" lvl="1" indent="-342900">
              <a:buFont typeface="Wingdings" panose="05000000000000000000" pitchFamily="2" charset="2"/>
              <a:buChar char="Ø"/>
            </a:pPr>
            <a:r>
              <a:rPr lang="en-IN" sz="2000" dirty="0">
                <a:latin typeface="Times New Roman" panose="02020603050405020304" pitchFamily="18" charset="0"/>
              </a:rPr>
              <a:t> </a:t>
            </a:r>
            <a:r>
              <a:rPr lang="en-IN" sz="2000" dirty="0" err="1">
                <a:latin typeface="Times New Roman" panose="02020603050405020304" pitchFamily="18" charset="0"/>
              </a:rPr>
              <a:t>arp_poison</a:t>
            </a:r>
            <a:r>
              <a:rPr lang="en-IN" sz="2000" dirty="0">
                <a:latin typeface="Times New Roman" panose="02020603050405020304" pitchFamily="18" charset="0"/>
              </a:rPr>
              <a:t> (low)</a:t>
            </a:r>
          </a:p>
        </p:txBody>
      </p:sp>
      <p:sp>
        <p:nvSpPr>
          <p:cNvPr id="4" name="Rectangle 1">
            <a:extLst>
              <a:ext uri="{FF2B5EF4-FFF2-40B4-BE49-F238E27FC236}">
                <a16:creationId xmlns:a16="http://schemas.microsoft.com/office/drawing/2014/main" id="{D3C497D2-09D1-BE25-7339-BFB8B98A568C}"/>
              </a:ext>
            </a:extLst>
          </p:cNvPr>
          <p:cNvSpPr>
            <a:spLocks noChangeArrowheads="1"/>
          </p:cNvSpPr>
          <p:nvPr/>
        </p:nvSpPr>
        <p:spPr bwMode="auto">
          <a:xfrm>
            <a:off x="0" y="90100"/>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dirty="0">
              <a:ln>
                <a:noFill/>
              </a:ln>
              <a:solidFill>
                <a:schemeClr val="tx1"/>
              </a:solidFill>
              <a:effectLst/>
              <a:latin typeface="Times New Roman" panose="02020603050405020304" pitchFamily="18" charset="0"/>
            </a:endParaRPr>
          </a:p>
        </p:txBody>
      </p:sp>
      <p:sp>
        <p:nvSpPr>
          <p:cNvPr id="5" name="Date Placeholder 4">
            <a:extLst>
              <a:ext uri="{FF2B5EF4-FFF2-40B4-BE49-F238E27FC236}">
                <a16:creationId xmlns:a16="http://schemas.microsoft.com/office/drawing/2014/main" id="{DA0D5685-E512-EC34-7723-9D85BC02A5FF}"/>
              </a:ext>
            </a:extLst>
          </p:cNvPr>
          <p:cNvSpPr>
            <a:spLocks noGrp="1"/>
          </p:cNvSpPr>
          <p:nvPr>
            <p:ph type="dt" sz="half" idx="10"/>
          </p:nvPr>
        </p:nvSpPr>
        <p:spPr/>
        <p:txBody>
          <a:bodyPr/>
          <a:lstStyle/>
          <a:p>
            <a:fld id="{AAD0513D-E9C2-4A36-BC87-0C2FDDF13918}" type="datetime1">
              <a:rPr lang="en-IN" smtClean="0">
                <a:latin typeface="Times New Roman" panose="02020603050405020304" pitchFamily="18" charset="0"/>
              </a:rPr>
              <a:t>04-05-2026</a:t>
            </a:fld>
            <a:endParaRPr lang="en-IN" dirty="0">
              <a:latin typeface="Times New Roman" panose="02020603050405020304" pitchFamily="18" charset="0"/>
            </a:endParaRPr>
          </a:p>
        </p:txBody>
      </p:sp>
      <p:sp>
        <p:nvSpPr>
          <p:cNvPr id="6" name="Footer Placeholder 5">
            <a:extLst>
              <a:ext uri="{FF2B5EF4-FFF2-40B4-BE49-F238E27FC236}">
                <a16:creationId xmlns:a16="http://schemas.microsoft.com/office/drawing/2014/main" id="{CE9499CB-7090-D461-2080-528170465BD7}"/>
              </a:ext>
            </a:extLst>
          </p:cNvPr>
          <p:cNvSpPr>
            <a:spLocks noGrp="1"/>
          </p:cNvSpPr>
          <p:nvPr>
            <p:ph type="ftr" sz="quarter" idx="11"/>
          </p:nvPr>
        </p:nvSpPr>
        <p:spPr/>
        <p:txBody>
          <a:bodyPr/>
          <a:lstStyle/>
          <a:p>
            <a:r>
              <a:rPr lang="en-IN" dirty="0">
                <a:latin typeface="Times New Roman" panose="02020603050405020304" pitchFamily="18" charset="0"/>
              </a:rPr>
              <a:t>Project Viva voce Examination</a:t>
            </a:r>
          </a:p>
        </p:txBody>
      </p:sp>
      <p:sp>
        <p:nvSpPr>
          <p:cNvPr id="7" name="Slide Number Placeholder 6">
            <a:extLst>
              <a:ext uri="{FF2B5EF4-FFF2-40B4-BE49-F238E27FC236}">
                <a16:creationId xmlns:a16="http://schemas.microsoft.com/office/drawing/2014/main" id="{830CFFFB-22E3-1F46-5545-788CF66E31B1}"/>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rPr>
              <a:t>17</a:t>
            </a:fld>
            <a:endParaRPr lang="en-IN" dirty="0">
              <a:latin typeface="Times New Roman" panose="02020603050405020304" pitchFamily="18" charset="0"/>
            </a:endParaRPr>
          </a:p>
        </p:txBody>
      </p:sp>
      <p:sp>
        <p:nvSpPr>
          <p:cNvPr id="8" name="TextBox 7">
            <a:extLst>
              <a:ext uri="{FF2B5EF4-FFF2-40B4-BE49-F238E27FC236}">
                <a16:creationId xmlns:a16="http://schemas.microsoft.com/office/drawing/2014/main" id="{E18C81A1-3CC9-4105-E42C-A9511A48D460}"/>
              </a:ext>
            </a:extLst>
          </p:cNvPr>
          <p:cNvSpPr txBox="1"/>
          <p:nvPr/>
        </p:nvSpPr>
        <p:spPr>
          <a:xfrm>
            <a:off x="838199" y="410965"/>
            <a:ext cx="10515601" cy="461665"/>
          </a:xfrm>
          <a:prstGeom prst="rect">
            <a:avLst/>
          </a:prstGeom>
          <a:noFill/>
        </p:spPr>
        <p:txBody>
          <a:bodyPr wrap="square" rtlCol="0">
            <a:spAutoFit/>
          </a:bodyPr>
          <a:lstStyle/>
          <a:p>
            <a:r>
              <a:rPr lang="en-US" sz="2400" b="1" dirty="0">
                <a:latin typeface="Times New Roman" panose="02020603050405020304" pitchFamily="18" charset="0"/>
              </a:rPr>
              <a:t>IMPLEMENTATION</a:t>
            </a:r>
            <a:endParaRPr lang="en-IN" sz="2400" b="1" dirty="0">
              <a:latin typeface="Times New Roman" panose="02020603050405020304" pitchFamily="18" charset="0"/>
            </a:endParaRPr>
          </a:p>
        </p:txBody>
      </p:sp>
    </p:spTree>
    <p:extLst>
      <p:ext uri="{BB962C8B-B14F-4D97-AF65-F5344CB8AC3E}">
        <p14:creationId xmlns:p14="http://schemas.microsoft.com/office/powerpoint/2010/main" val="3070881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E3C467-127E-ED58-692B-FFC4135A40D6}"/>
              </a:ext>
            </a:extLst>
          </p:cNvPr>
          <p:cNvSpPr txBox="1"/>
          <p:nvPr/>
        </p:nvSpPr>
        <p:spPr>
          <a:xfrm>
            <a:off x="838200" y="968612"/>
            <a:ext cx="10515600" cy="5478423"/>
          </a:xfrm>
          <a:prstGeom prst="rect">
            <a:avLst/>
          </a:prstGeom>
          <a:noFill/>
        </p:spPr>
        <p:txBody>
          <a:bodyPr wrap="square" rtlCol="0">
            <a:spAutoFit/>
          </a:bodyPr>
          <a:lstStyle/>
          <a:p>
            <a:pPr marL="342900" indent="-342900" algn="just">
              <a:buFont typeface="Arial" panose="020B0604020202020204" pitchFamily="34" charset="0"/>
              <a:buChar char="•"/>
            </a:pPr>
            <a:r>
              <a:rPr lang="en-IN" sz="2000" b="1" dirty="0">
                <a:latin typeface="Times New Roman" panose="02020603050405020304" pitchFamily="18" charset="0"/>
              </a:rPr>
              <a:t> Records Realistic Metrics</a:t>
            </a:r>
          </a:p>
          <a:p>
            <a:pPr marL="800100" lvl="1" indent="-342900">
              <a:lnSpc>
                <a:spcPct val="150000"/>
              </a:lnSpc>
              <a:buFont typeface="Wingdings" panose="05000000000000000000" pitchFamily="2" charset="2"/>
              <a:buChar char="Ø"/>
            </a:pPr>
            <a:r>
              <a:rPr lang="en-IN" sz="2000" dirty="0">
                <a:latin typeface="Times New Roman" panose="02020603050405020304" pitchFamily="18" charset="0"/>
              </a:rPr>
              <a:t>Latency: 0.1-0.55ms (your 0.2ms target ✓)</a:t>
            </a:r>
          </a:p>
          <a:p>
            <a:pPr marL="800100" lvl="1" indent="-342900">
              <a:buFont typeface="Wingdings" panose="05000000000000000000" pitchFamily="2" charset="2"/>
              <a:buChar char="Ø"/>
            </a:pPr>
            <a:r>
              <a:rPr lang="en-IN" sz="2000" dirty="0">
                <a:latin typeface="Times New Roman" panose="02020603050405020304" pitchFamily="18" charset="0"/>
              </a:rPr>
              <a:t>SID: Snort rule IDs (10k-99k)</a:t>
            </a:r>
          </a:p>
          <a:p>
            <a:pPr marL="800100" lvl="1" indent="-342900">
              <a:buFont typeface="Wingdings" panose="05000000000000000000" pitchFamily="2" charset="2"/>
              <a:buChar char="Ø"/>
            </a:pPr>
            <a:r>
              <a:rPr lang="en-IN" sz="2000" dirty="0">
                <a:latin typeface="Times New Roman" panose="02020603050405020304" pitchFamily="18" charset="0"/>
              </a:rPr>
              <a:t>Dropped packets: 50-12k per attack</a:t>
            </a:r>
          </a:p>
          <a:p>
            <a:pPr marL="800100" lvl="1" indent="-342900">
              <a:buFont typeface="Wingdings" panose="05000000000000000000" pitchFamily="2" charset="2"/>
              <a:buChar char="Ø"/>
            </a:pPr>
            <a:r>
              <a:rPr lang="en-IN" sz="2000" dirty="0">
                <a:latin typeface="Times New Roman" panose="02020603050405020304" pitchFamily="18" charset="0"/>
              </a:rPr>
              <a:t>Zones: 192.168.1.0/24, 192.168.2.0/24</a:t>
            </a:r>
          </a:p>
          <a:p>
            <a:pPr marL="800100" lvl="1" indent="-342900">
              <a:buFont typeface="Wingdings" panose="05000000000000000000" pitchFamily="2" charset="2"/>
              <a:buChar char="Ø"/>
            </a:pPr>
            <a:endParaRPr lang="en-IN" sz="2000" dirty="0">
              <a:latin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000" b="1" dirty="0">
                <a:latin typeface="Times New Roman" panose="02020603050405020304" pitchFamily="18" charset="0"/>
              </a:rPr>
              <a:t>Live Web Dashboard (</a:t>
            </a:r>
            <a:r>
              <a:rPr lang="en-US" altLang="en-US" sz="2000" b="1" dirty="0">
                <a:latin typeface="Times New Roman" panose="02020603050405020304" pitchFamily="18" charset="0"/>
                <a:hlinkClick r:id="rId2"/>
              </a:rPr>
              <a:t>http://localhost:8080</a:t>
            </a:r>
            <a:r>
              <a:rPr lang="en-US" altLang="en-US" sz="2000" b="1" dirty="0">
                <a:latin typeface="Times New Roman" panose="02020603050405020304" pitchFamily="18" charset="0"/>
              </a:rPr>
              <a:t>)</a:t>
            </a:r>
          </a:p>
          <a:p>
            <a:pPr lvl="0" eaLnBrk="0" fontAlgn="base" hangingPunct="0">
              <a:spcBef>
                <a:spcPct val="0"/>
              </a:spcBef>
              <a:spcAft>
                <a:spcPct val="0"/>
              </a:spcAft>
            </a:pPr>
            <a:r>
              <a:rPr lang="en-US" altLang="en-US" sz="2000" b="1" dirty="0">
                <a:latin typeface="Times New Roman" panose="02020603050405020304" pitchFamily="18" charset="0"/>
              </a:rPr>
              <a:t>Shows:</a:t>
            </a:r>
          </a:p>
          <a:p>
            <a:pPr marL="800100" lvl="1" indent="-342900" eaLnBrk="0" fontAlgn="base" hangingPunct="0">
              <a:lnSpc>
                <a:spcPct val="150000"/>
              </a:lnSpc>
              <a:spcBef>
                <a:spcPct val="0"/>
              </a:spcBef>
              <a:spcAft>
                <a:spcPct val="0"/>
              </a:spcAft>
              <a:buFont typeface="Wingdings" panose="05000000000000000000" pitchFamily="2" charset="2"/>
              <a:buChar char="Ø"/>
            </a:pPr>
            <a:r>
              <a:rPr lang="en-US" altLang="en-US" sz="2000" b="1" dirty="0">
                <a:latin typeface="Times New Roman" panose="02020603050405020304" pitchFamily="18" charset="0"/>
              </a:rPr>
              <a:t> </a:t>
            </a:r>
            <a:r>
              <a:rPr lang="en-US" altLang="en-US" sz="2000" dirty="0">
                <a:latin typeface="Times New Roman" panose="02020603050405020304" pitchFamily="18" charset="0"/>
              </a:rPr>
              <a:t>Agents Online: 250/250</a:t>
            </a:r>
          </a:p>
          <a:p>
            <a:pPr marL="800100" lvl="1" indent="-34290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rPr>
              <a:t> Threats Blocked: 1,247 (live counter ↑↑↑)</a:t>
            </a:r>
          </a:p>
          <a:p>
            <a:pPr marL="800100" lvl="1" indent="-34290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rPr>
              <a:t> Packets/sec: 12,450</a:t>
            </a:r>
          </a:p>
          <a:p>
            <a:pPr marL="800100" lvl="1" indent="-34290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rPr>
              <a:t> Avg Latency: 0.23ms</a:t>
            </a:r>
          </a:p>
          <a:p>
            <a:pPr marL="800100" lvl="1" indent="-34290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rPr>
              <a:t> Live threat log (scrolling threats)</a:t>
            </a:r>
          </a:p>
          <a:p>
            <a:pPr marL="800100" lvl="1" indent="-34290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rPr>
              <a:t> Attack pie chart</a:t>
            </a:r>
          </a:p>
          <a:p>
            <a:pPr marL="800100" lvl="1" indent="-342900" eaLnBrk="0" fontAlgn="base" hangingPunct="0">
              <a:spcBef>
                <a:spcPct val="0"/>
              </a:spcBef>
              <a:spcAft>
                <a:spcPct val="0"/>
              </a:spcAft>
              <a:buFont typeface="Wingdings" panose="05000000000000000000" pitchFamily="2" charset="2"/>
              <a:buChar char="Ø"/>
            </a:pPr>
            <a:r>
              <a:rPr lang="en-US" altLang="en-US" sz="2000" dirty="0">
                <a:latin typeface="Times New Roman" panose="02020603050405020304" pitchFamily="18" charset="0"/>
              </a:rPr>
              <a:t> Beautiful dark theme</a:t>
            </a:r>
          </a:p>
          <a:p>
            <a:endParaRPr lang="en-IN" sz="2000" dirty="0">
              <a:latin typeface="Times New Roman" panose="02020603050405020304" pitchFamily="18" charset="0"/>
            </a:endParaRPr>
          </a:p>
        </p:txBody>
      </p:sp>
      <p:sp>
        <p:nvSpPr>
          <p:cNvPr id="3" name="Date Placeholder 2">
            <a:extLst>
              <a:ext uri="{FF2B5EF4-FFF2-40B4-BE49-F238E27FC236}">
                <a16:creationId xmlns:a16="http://schemas.microsoft.com/office/drawing/2014/main" id="{7A3E93D4-F307-1910-4A5D-055AD4F27289}"/>
              </a:ext>
            </a:extLst>
          </p:cNvPr>
          <p:cNvSpPr>
            <a:spLocks noGrp="1"/>
          </p:cNvSpPr>
          <p:nvPr>
            <p:ph type="dt" sz="half" idx="10"/>
          </p:nvPr>
        </p:nvSpPr>
        <p:spPr/>
        <p:txBody>
          <a:bodyPr/>
          <a:lstStyle/>
          <a:p>
            <a:fld id="{485F5AB4-243E-4E36-B33C-216877768D43}" type="datetime1">
              <a:rPr lang="en-IN" smtClean="0">
                <a:latin typeface="Times New Roman" panose="02020603050405020304" pitchFamily="18" charset="0"/>
              </a:rPr>
              <a:t>04-05-2026</a:t>
            </a:fld>
            <a:endParaRPr lang="en-IN" dirty="0">
              <a:latin typeface="Times New Roman" panose="02020603050405020304" pitchFamily="18" charset="0"/>
            </a:endParaRPr>
          </a:p>
        </p:txBody>
      </p:sp>
      <p:sp>
        <p:nvSpPr>
          <p:cNvPr id="4" name="Footer Placeholder 3">
            <a:extLst>
              <a:ext uri="{FF2B5EF4-FFF2-40B4-BE49-F238E27FC236}">
                <a16:creationId xmlns:a16="http://schemas.microsoft.com/office/drawing/2014/main" id="{95BE90D4-0CDD-1E35-2B6C-E00226DF615F}"/>
              </a:ext>
            </a:extLst>
          </p:cNvPr>
          <p:cNvSpPr>
            <a:spLocks noGrp="1"/>
          </p:cNvSpPr>
          <p:nvPr>
            <p:ph type="ftr" sz="quarter" idx="11"/>
          </p:nvPr>
        </p:nvSpPr>
        <p:spPr/>
        <p:txBody>
          <a:bodyPr/>
          <a:lstStyle/>
          <a:p>
            <a:r>
              <a:rPr lang="en-IN" dirty="0">
                <a:latin typeface="Times New Roman" panose="02020603050405020304" pitchFamily="18" charset="0"/>
              </a:rPr>
              <a:t>Project Viva voce Examination</a:t>
            </a:r>
          </a:p>
        </p:txBody>
      </p:sp>
      <p:sp>
        <p:nvSpPr>
          <p:cNvPr id="5" name="Slide Number Placeholder 4">
            <a:extLst>
              <a:ext uri="{FF2B5EF4-FFF2-40B4-BE49-F238E27FC236}">
                <a16:creationId xmlns:a16="http://schemas.microsoft.com/office/drawing/2014/main" id="{119CFE3D-2841-04B9-4428-995617FF22C4}"/>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rPr>
              <a:t>18</a:t>
            </a:fld>
            <a:endParaRPr lang="en-IN" dirty="0">
              <a:latin typeface="Times New Roman" panose="02020603050405020304" pitchFamily="18" charset="0"/>
            </a:endParaRPr>
          </a:p>
        </p:txBody>
      </p:sp>
      <p:sp>
        <p:nvSpPr>
          <p:cNvPr id="7" name="TextBox 6">
            <a:extLst>
              <a:ext uri="{FF2B5EF4-FFF2-40B4-BE49-F238E27FC236}">
                <a16:creationId xmlns:a16="http://schemas.microsoft.com/office/drawing/2014/main" id="{04042FBF-2470-636A-9702-16BC602BFE5C}"/>
              </a:ext>
            </a:extLst>
          </p:cNvPr>
          <p:cNvSpPr txBox="1"/>
          <p:nvPr/>
        </p:nvSpPr>
        <p:spPr>
          <a:xfrm>
            <a:off x="838199" y="410965"/>
            <a:ext cx="10515601" cy="461665"/>
          </a:xfrm>
          <a:prstGeom prst="rect">
            <a:avLst/>
          </a:prstGeom>
          <a:noFill/>
        </p:spPr>
        <p:txBody>
          <a:bodyPr wrap="square" rtlCol="0">
            <a:spAutoFit/>
          </a:bodyPr>
          <a:lstStyle/>
          <a:p>
            <a:r>
              <a:rPr lang="en-US" sz="2400" b="1" dirty="0">
                <a:latin typeface="Times New Roman" panose="02020603050405020304" pitchFamily="18" charset="0"/>
              </a:rPr>
              <a:t>IMPLEMENTATION</a:t>
            </a:r>
            <a:r>
              <a:rPr lang="en-US" sz="2400" dirty="0">
                <a:latin typeface="Times New Roman" panose="02020603050405020304" pitchFamily="18" charset="0"/>
              </a:rPr>
              <a:t>(</a:t>
            </a:r>
            <a:r>
              <a:rPr lang="en-US" sz="2400" b="1" dirty="0">
                <a:latin typeface="Times New Roman" panose="02020603050405020304" pitchFamily="18" charset="0"/>
              </a:rPr>
              <a:t>Cont</a:t>
            </a:r>
            <a:r>
              <a:rPr lang="en-US" sz="2400" dirty="0">
                <a:latin typeface="Times New Roman" panose="02020603050405020304" pitchFamily="18" charset="0"/>
              </a:rPr>
              <a:t>.)</a:t>
            </a:r>
            <a:endParaRPr lang="en-IN" sz="2400" dirty="0">
              <a:latin typeface="Times New Roman" panose="02020603050405020304" pitchFamily="18" charset="0"/>
            </a:endParaRPr>
          </a:p>
        </p:txBody>
      </p:sp>
    </p:spTree>
    <p:extLst>
      <p:ext uri="{BB962C8B-B14F-4D97-AF65-F5344CB8AC3E}">
        <p14:creationId xmlns:p14="http://schemas.microsoft.com/office/powerpoint/2010/main" val="1336318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45E56D-D357-7EA4-7254-97EB3415F10D}"/>
              </a:ext>
            </a:extLst>
          </p:cNvPr>
          <p:cNvSpPr txBox="1"/>
          <p:nvPr/>
        </p:nvSpPr>
        <p:spPr>
          <a:xfrm>
            <a:off x="838199" y="1013778"/>
            <a:ext cx="10379439" cy="5201424"/>
          </a:xfrm>
          <a:prstGeom prst="rect">
            <a:avLst/>
          </a:prstGeom>
          <a:noFill/>
        </p:spPr>
        <p:txBody>
          <a:bodyPr wrap="square" rtlCol="0">
            <a:spAutoFit/>
          </a:bodyPr>
          <a:lstStyle/>
          <a:p>
            <a:pPr lvl="0" eaLnBrk="0" fontAlgn="base" hangingPunct="0">
              <a:spcBef>
                <a:spcPct val="0"/>
              </a:spcBef>
              <a:spcAft>
                <a:spcPct val="0"/>
              </a:spcAft>
            </a:pPr>
            <a:endParaRPr lang="en-US" altLang="en-US" sz="1400" dirty="0">
              <a:latin typeface="Times New Roman" panose="02020603050405020304" pitchFamily="18" charset="0"/>
            </a:endParaRPr>
          </a:p>
          <a:p>
            <a:pPr marL="342900" indent="-342900" eaLnBrk="0" fontAlgn="base" hangingPunct="0">
              <a:spcBef>
                <a:spcPct val="0"/>
              </a:spcBef>
              <a:spcAft>
                <a:spcPct val="0"/>
              </a:spcAft>
              <a:buFont typeface="Arial" panose="020B0604020202020204" pitchFamily="34" charset="0"/>
              <a:buChar char="•"/>
            </a:pPr>
            <a:r>
              <a:rPr lang="en-US" sz="2000" b="1" dirty="0">
                <a:latin typeface="Times New Roman" panose="02020603050405020304" pitchFamily="18" charset="0"/>
              </a:rPr>
              <a:t>APIs for Real Integration:</a:t>
            </a:r>
          </a:p>
          <a:p>
            <a:pPr eaLnBrk="0" fontAlgn="base" hangingPunct="0">
              <a:spcBef>
                <a:spcPct val="0"/>
              </a:spcBef>
              <a:spcAft>
                <a:spcPct val="0"/>
              </a:spcAft>
            </a:pPr>
            <a:endParaRPr lang="en-US" sz="2000" b="1" dirty="0">
              <a:latin typeface="Times New Roman" panose="02020603050405020304" pitchFamily="18" charset="0"/>
            </a:endParaRPr>
          </a:p>
          <a:p>
            <a:pPr marL="800100" lvl="1" indent="-342900" eaLnBrk="0" fontAlgn="base" hangingPunct="0">
              <a:spcBef>
                <a:spcPct val="0"/>
              </a:spcBef>
              <a:spcAft>
                <a:spcPct val="0"/>
              </a:spcAft>
              <a:buFont typeface="Wingdings" panose="05000000000000000000" pitchFamily="2" charset="2"/>
              <a:buChar char="Ø"/>
            </a:pPr>
            <a:r>
              <a:rPr lang="en-US" sz="2000" dirty="0">
                <a:latin typeface="Times New Roman" panose="02020603050405020304" pitchFamily="18" charset="0"/>
              </a:rPr>
              <a:t>GET /events → Latest 500 threats (JSON)</a:t>
            </a:r>
          </a:p>
          <a:p>
            <a:pPr marL="800100" lvl="1" indent="-342900" eaLnBrk="0" fontAlgn="base" hangingPunct="0">
              <a:spcBef>
                <a:spcPct val="0"/>
              </a:spcBef>
              <a:spcAft>
                <a:spcPct val="0"/>
              </a:spcAft>
              <a:buFont typeface="Wingdings" panose="05000000000000000000" pitchFamily="2" charset="2"/>
              <a:buChar char="Ø"/>
            </a:pPr>
            <a:r>
              <a:rPr lang="en-US" sz="2000" dirty="0">
                <a:latin typeface="Times New Roman" panose="02020603050405020304" pitchFamily="18" charset="0"/>
              </a:rPr>
              <a:t>GET /stats → Live statistics  </a:t>
            </a:r>
          </a:p>
          <a:p>
            <a:pPr marL="800100" lvl="1" indent="-342900" eaLnBrk="0" fontAlgn="base" hangingPunct="0">
              <a:spcBef>
                <a:spcPct val="0"/>
              </a:spcBef>
              <a:spcAft>
                <a:spcPct val="0"/>
              </a:spcAft>
              <a:buFont typeface="Wingdings" panose="05000000000000000000" pitchFamily="2" charset="2"/>
              <a:buChar char="Ø"/>
            </a:pPr>
            <a:r>
              <a:rPr lang="en-US" sz="2000" dirty="0">
                <a:latin typeface="Times New Roman" panose="02020603050405020304" pitchFamily="18" charset="0"/>
              </a:rPr>
              <a:t>POST /report → Real agents can POST detections</a:t>
            </a:r>
          </a:p>
          <a:p>
            <a:pPr eaLnBrk="0" fontAlgn="base" hangingPunct="0">
              <a:spcBef>
                <a:spcPct val="0"/>
              </a:spcBef>
              <a:spcAft>
                <a:spcPct val="0"/>
              </a:spcAft>
            </a:pPr>
            <a:endParaRPr lang="en-US" sz="2000" dirty="0">
              <a:latin typeface="Times New Roman" panose="02020603050405020304" pitchFamily="18" charset="0"/>
            </a:endParaRPr>
          </a:p>
          <a:p>
            <a:pPr marL="342900" indent="-342900">
              <a:buFont typeface="Arial" panose="020B0604020202020204" pitchFamily="34" charset="0"/>
              <a:buChar char="•"/>
            </a:pPr>
            <a:r>
              <a:rPr lang="en-IN" sz="2000" b="1" dirty="0">
                <a:latin typeface="Times New Roman" panose="02020603050405020304" pitchFamily="18" charset="0"/>
              </a:rPr>
              <a:t>Terminal Output</a:t>
            </a:r>
          </a:p>
          <a:p>
            <a:endParaRPr lang="en-IN" sz="2000" dirty="0">
              <a:latin typeface="Times New Roman" panose="02020603050405020304" pitchFamily="18" charset="0"/>
            </a:endParaRPr>
          </a:p>
          <a:p>
            <a:pPr marL="800100" lvl="1" indent="-342900">
              <a:buFont typeface="Wingdings" panose="05000000000000000000" pitchFamily="2" charset="2"/>
              <a:buChar char="Ø"/>
            </a:pPr>
            <a:r>
              <a:rPr lang="en-IN" sz="2000" dirty="0" err="1">
                <a:latin typeface="Times New Roman" panose="02020603050405020304" pitchFamily="18" charset="0"/>
              </a:rPr>
              <a:t>NeuroIDS</a:t>
            </a:r>
            <a:r>
              <a:rPr lang="en-IN" sz="2000" dirty="0">
                <a:latin typeface="Times New Roman" panose="02020603050405020304" pitchFamily="18" charset="0"/>
              </a:rPr>
              <a:t> Agent Simulator</a:t>
            </a:r>
          </a:p>
          <a:p>
            <a:pPr marL="800100" lvl="1" indent="-342900">
              <a:buFont typeface="Wingdings" panose="05000000000000000000" pitchFamily="2" charset="2"/>
              <a:buChar char="Ø"/>
            </a:pPr>
            <a:r>
              <a:rPr lang="en-IN" sz="2000" dirty="0">
                <a:latin typeface="Times New Roman" panose="02020603050405020304" pitchFamily="18" charset="0"/>
              </a:rPr>
              <a:t>Spawning 250 agents …</a:t>
            </a:r>
          </a:p>
          <a:p>
            <a:pPr marL="800100" lvl="1" indent="-342900">
              <a:buFont typeface="Wingdings" panose="05000000000000000000" pitchFamily="2" charset="2"/>
              <a:buChar char="Ø"/>
            </a:pPr>
            <a:endParaRPr lang="en-IN" sz="2000" dirty="0">
              <a:latin typeface="Times New Roman" panose="02020603050405020304" pitchFamily="18" charset="0"/>
            </a:endParaRPr>
          </a:p>
          <a:p>
            <a:pPr marL="800100" lvl="1" indent="-342900">
              <a:buFont typeface="Wingdings" panose="05000000000000000000" pitchFamily="2" charset="2"/>
              <a:buChar char="Ø"/>
            </a:pPr>
            <a:r>
              <a:rPr lang="en-IN" sz="2000" dirty="0">
                <a:latin typeface="Times New Roman" panose="02020603050405020304" pitchFamily="18" charset="0"/>
              </a:rPr>
              <a:t>[21:47:12] AGENT-001 | BLOCKED </a:t>
            </a:r>
            <a:r>
              <a:rPr lang="en-IN" sz="2000" dirty="0" err="1">
                <a:latin typeface="Times New Roman" panose="02020603050405020304" pitchFamily="18" charset="0"/>
              </a:rPr>
              <a:t>nmap_syn_scan</a:t>
            </a:r>
            <a:r>
              <a:rPr lang="en-IN" sz="2000" dirty="0">
                <a:latin typeface="Times New Roman" panose="02020603050405020304" pitchFamily="18" charset="0"/>
              </a:rPr>
              <a:t>     from 192.168.1.100 (0.23ms)</a:t>
            </a:r>
          </a:p>
          <a:p>
            <a:pPr marL="800100" lvl="1" indent="-342900">
              <a:buFont typeface="Wingdings" panose="05000000000000000000" pitchFamily="2" charset="2"/>
              <a:buChar char="Ø"/>
            </a:pPr>
            <a:r>
              <a:rPr lang="en-IN" sz="2000" dirty="0">
                <a:latin typeface="Times New Roman" panose="02020603050405020304" pitchFamily="18" charset="0"/>
              </a:rPr>
              <a:t>[21:47:15] AGENT-003 | BLOCKED </a:t>
            </a:r>
            <a:r>
              <a:rPr lang="en-IN" sz="2000" dirty="0" err="1">
                <a:latin typeface="Times New Roman" panose="02020603050405020304" pitchFamily="18" charset="0"/>
              </a:rPr>
              <a:t>ssh_brute_force</a:t>
            </a:r>
            <a:r>
              <a:rPr lang="en-IN" sz="2000" dirty="0">
                <a:latin typeface="Times New Roman" panose="02020603050405020304" pitchFamily="18" charset="0"/>
              </a:rPr>
              <a:t>   from 10.0.2.45 (0.18ms)</a:t>
            </a:r>
          </a:p>
          <a:p>
            <a:pPr marL="800100" lvl="1" indent="-342900">
              <a:buFont typeface="Wingdings" panose="05000000000000000000" pitchFamily="2" charset="2"/>
              <a:buChar char="Ø"/>
            </a:pPr>
            <a:r>
              <a:rPr lang="en-IN" sz="2000" dirty="0">
                <a:latin typeface="Times New Roman" panose="02020603050405020304" pitchFamily="18" charset="0"/>
              </a:rPr>
              <a:t>[21:47:18] AGENT-007 | BLOCKED </a:t>
            </a:r>
            <a:r>
              <a:rPr lang="en-IN" sz="2000" dirty="0" err="1">
                <a:latin typeface="Times New Roman" panose="02020603050405020304" pitchFamily="18" charset="0"/>
              </a:rPr>
              <a:t>ddos_flood</a:t>
            </a:r>
            <a:r>
              <a:rPr lang="en-IN" sz="2000" dirty="0">
                <a:latin typeface="Times New Roman" panose="02020603050405020304" pitchFamily="18" charset="0"/>
              </a:rPr>
              <a:t>        from 172.16.3.200 (0.31ms)</a:t>
            </a:r>
          </a:p>
          <a:p>
            <a:endParaRPr lang="en-IN" dirty="0">
              <a:latin typeface="Times New Roman" panose="02020603050405020304" pitchFamily="18" charset="0"/>
            </a:endParaRPr>
          </a:p>
          <a:p>
            <a:pPr eaLnBrk="0" fontAlgn="base" hangingPunct="0">
              <a:spcBef>
                <a:spcPct val="0"/>
              </a:spcBef>
              <a:spcAft>
                <a:spcPct val="0"/>
              </a:spcAft>
            </a:pPr>
            <a:endParaRPr lang="en-US" sz="2000" dirty="0">
              <a:latin typeface="Times New Roman" panose="02020603050405020304" pitchFamily="18" charset="0"/>
            </a:endParaRPr>
          </a:p>
        </p:txBody>
      </p:sp>
      <p:sp>
        <p:nvSpPr>
          <p:cNvPr id="3" name="Date Placeholder 2">
            <a:extLst>
              <a:ext uri="{FF2B5EF4-FFF2-40B4-BE49-F238E27FC236}">
                <a16:creationId xmlns:a16="http://schemas.microsoft.com/office/drawing/2014/main" id="{5A09E017-FCCC-3073-E916-0B7144F966C3}"/>
              </a:ext>
            </a:extLst>
          </p:cNvPr>
          <p:cNvSpPr>
            <a:spLocks noGrp="1"/>
          </p:cNvSpPr>
          <p:nvPr>
            <p:ph type="dt" sz="half" idx="10"/>
          </p:nvPr>
        </p:nvSpPr>
        <p:spPr/>
        <p:txBody>
          <a:bodyPr/>
          <a:lstStyle/>
          <a:p>
            <a:fld id="{D9B6E69B-5CE9-49AE-BA96-8CBB7B016AE1}" type="datetime1">
              <a:rPr lang="en-IN" smtClean="0">
                <a:latin typeface="Times New Roman" panose="02020603050405020304" pitchFamily="18" charset="0"/>
              </a:rPr>
              <a:t>04-05-2026</a:t>
            </a:fld>
            <a:endParaRPr lang="en-IN" dirty="0">
              <a:latin typeface="Times New Roman" panose="02020603050405020304" pitchFamily="18" charset="0"/>
            </a:endParaRPr>
          </a:p>
        </p:txBody>
      </p:sp>
      <p:sp>
        <p:nvSpPr>
          <p:cNvPr id="4" name="Footer Placeholder 3">
            <a:extLst>
              <a:ext uri="{FF2B5EF4-FFF2-40B4-BE49-F238E27FC236}">
                <a16:creationId xmlns:a16="http://schemas.microsoft.com/office/drawing/2014/main" id="{F2E1B5F3-08E2-8FD1-45C6-617FBF2C13C9}"/>
              </a:ext>
            </a:extLst>
          </p:cNvPr>
          <p:cNvSpPr>
            <a:spLocks noGrp="1"/>
          </p:cNvSpPr>
          <p:nvPr>
            <p:ph type="ftr" sz="quarter" idx="11"/>
          </p:nvPr>
        </p:nvSpPr>
        <p:spPr/>
        <p:txBody>
          <a:bodyPr/>
          <a:lstStyle/>
          <a:p>
            <a:r>
              <a:rPr lang="en-IN" dirty="0">
                <a:latin typeface="Times New Roman" panose="02020603050405020304" pitchFamily="18" charset="0"/>
              </a:rPr>
              <a:t>Project Viva voce Examination</a:t>
            </a:r>
          </a:p>
        </p:txBody>
      </p:sp>
      <p:sp>
        <p:nvSpPr>
          <p:cNvPr id="5" name="Slide Number Placeholder 4">
            <a:extLst>
              <a:ext uri="{FF2B5EF4-FFF2-40B4-BE49-F238E27FC236}">
                <a16:creationId xmlns:a16="http://schemas.microsoft.com/office/drawing/2014/main" id="{E51481E4-59BC-6C86-844A-AAB5A8CE74C7}"/>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rPr>
              <a:t>19</a:t>
            </a:fld>
            <a:endParaRPr lang="en-IN" dirty="0">
              <a:latin typeface="Times New Roman" panose="02020603050405020304" pitchFamily="18" charset="0"/>
            </a:endParaRPr>
          </a:p>
        </p:txBody>
      </p:sp>
      <p:sp>
        <p:nvSpPr>
          <p:cNvPr id="6" name="TextBox 5">
            <a:extLst>
              <a:ext uri="{FF2B5EF4-FFF2-40B4-BE49-F238E27FC236}">
                <a16:creationId xmlns:a16="http://schemas.microsoft.com/office/drawing/2014/main" id="{BD98119E-5643-8F63-0049-DB41460BFB0F}"/>
              </a:ext>
            </a:extLst>
          </p:cNvPr>
          <p:cNvSpPr txBox="1"/>
          <p:nvPr/>
        </p:nvSpPr>
        <p:spPr>
          <a:xfrm>
            <a:off x="838199" y="410965"/>
            <a:ext cx="10515601" cy="461665"/>
          </a:xfrm>
          <a:prstGeom prst="rect">
            <a:avLst/>
          </a:prstGeom>
          <a:noFill/>
        </p:spPr>
        <p:txBody>
          <a:bodyPr wrap="square" rtlCol="0">
            <a:spAutoFit/>
          </a:bodyPr>
          <a:lstStyle/>
          <a:p>
            <a:r>
              <a:rPr lang="en-US" sz="2400" b="1" dirty="0">
                <a:latin typeface="Times New Roman" panose="02020603050405020304" pitchFamily="18" charset="0"/>
              </a:rPr>
              <a:t>IMPLEMENTATION</a:t>
            </a:r>
            <a:r>
              <a:rPr lang="en-US" sz="2400" dirty="0">
                <a:latin typeface="Times New Roman" panose="02020603050405020304" pitchFamily="18" charset="0"/>
              </a:rPr>
              <a:t>(</a:t>
            </a:r>
            <a:r>
              <a:rPr lang="en-US" sz="2400" b="1" dirty="0">
                <a:latin typeface="Times New Roman" panose="02020603050405020304" pitchFamily="18" charset="0"/>
              </a:rPr>
              <a:t>Cont</a:t>
            </a:r>
            <a:r>
              <a:rPr lang="en-US" sz="2400" dirty="0">
                <a:latin typeface="Times New Roman" panose="02020603050405020304" pitchFamily="18" charset="0"/>
              </a:rPr>
              <a:t>.)</a:t>
            </a:r>
            <a:endParaRPr lang="en-IN" sz="2400" dirty="0">
              <a:latin typeface="Times New Roman" panose="02020603050405020304" pitchFamily="18" charset="0"/>
            </a:endParaRPr>
          </a:p>
        </p:txBody>
      </p:sp>
    </p:spTree>
    <p:extLst>
      <p:ext uri="{BB962C8B-B14F-4D97-AF65-F5344CB8AC3E}">
        <p14:creationId xmlns:p14="http://schemas.microsoft.com/office/powerpoint/2010/main" val="1346536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F00213-98D8-3728-692E-045CA812F7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75" y="1023387"/>
            <a:ext cx="10364448" cy="4811226"/>
          </a:xfrm>
          <a:prstGeom prst="rect">
            <a:avLst/>
          </a:prstGeom>
          <a:ln>
            <a:noFill/>
          </a:ln>
        </p:spPr>
      </p:pic>
      <p:sp>
        <p:nvSpPr>
          <p:cNvPr id="2" name="Date Placeholder 1">
            <a:extLst>
              <a:ext uri="{FF2B5EF4-FFF2-40B4-BE49-F238E27FC236}">
                <a16:creationId xmlns:a16="http://schemas.microsoft.com/office/drawing/2014/main" id="{FB73A51E-FF39-F25A-930C-8CAC8AEC1ADA}"/>
              </a:ext>
            </a:extLst>
          </p:cNvPr>
          <p:cNvSpPr>
            <a:spLocks noGrp="1"/>
          </p:cNvSpPr>
          <p:nvPr>
            <p:ph type="dt" sz="half" idx="10"/>
          </p:nvPr>
        </p:nvSpPr>
        <p:spPr/>
        <p:txBody>
          <a:bodyPr/>
          <a:lstStyle/>
          <a:p>
            <a:fld id="{80ECA947-EA4D-484F-98AA-EC9D1DD8368C}" type="datetime1">
              <a:rPr lang="en-IN" smtClean="0">
                <a:latin typeface="Times New Roman" panose="02020603050405020304" pitchFamily="18" charset="0"/>
              </a:rPr>
              <a:t>04-05-2026</a:t>
            </a:fld>
            <a:endParaRPr lang="en-IN" dirty="0">
              <a:latin typeface="Times New Roman" panose="02020603050405020304" pitchFamily="18" charset="0"/>
            </a:endParaRPr>
          </a:p>
        </p:txBody>
      </p:sp>
      <p:sp>
        <p:nvSpPr>
          <p:cNvPr id="4" name="Footer Placeholder 3">
            <a:extLst>
              <a:ext uri="{FF2B5EF4-FFF2-40B4-BE49-F238E27FC236}">
                <a16:creationId xmlns:a16="http://schemas.microsoft.com/office/drawing/2014/main" id="{E1BB5E71-2265-D692-D1BC-8AF2CA3B9765}"/>
              </a:ext>
            </a:extLst>
          </p:cNvPr>
          <p:cNvSpPr>
            <a:spLocks noGrp="1"/>
          </p:cNvSpPr>
          <p:nvPr>
            <p:ph type="ftr" sz="quarter" idx="11"/>
          </p:nvPr>
        </p:nvSpPr>
        <p:spPr/>
        <p:txBody>
          <a:bodyPr/>
          <a:lstStyle/>
          <a:p>
            <a:r>
              <a:rPr lang="en-IN">
                <a:latin typeface="Times New Roman" panose="02020603050405020304" pitchFamily="18" charset="0"/>
              </a:rPr>
              <a:t>Project Viva voce Examination</a:t>
            </a:r>
            <a:endParaRPr lang="en-IN" dirty="0">
              <a:latin typeface="Times New Roman" panose="02020603050405020304" pitchFamily="18" charset="0"/>
            </a:endParaRPr>
          </a:p>
        </p:txBody>
      </p:sp>
      <p:sp>
        <p:nvSpPr>
          <p:cNvPr id="5" name="Slide Number Placeholder 4">
            <a:extLst>
              <a:ext uri="{FF2B5EF4-FFF2-40B4-BE49-F238E27FC236}">
                <a16:creationId xmlns:a16="http://schemas.microsoft.com/office/drawing/2014/main" id="{9E781AF2-32DA-A2BF-8EE7-EADA658CC2D2}"/>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rPr>
              <a:t>20</a:t>
            </a:fld>
            <a:endParaRPr lang="en-IN" dirty="0">
              <a:latin typeface="Times New Roman" panose="02020603050405020304" pitchFamily="18" charset="0"/>
            </a:endParaRPr>
          </a:p>
        </p:txBody>
      </p:sp>
      <p:sp>
        <p:nvSpPr>
          <p:cNvPr id="7" name="TextBox 6">
            <a:extLst>
              <a:ext uri="{FF2B5EF4-FFF2-40B4-BE49-F238E27FC236}">
                <a16:creationId xmlns:a16="http://schemas.microsoft.com/office/drawing/2014/main" id="{054AA4F6-353F-0B80-7D7D-86A25C9C967E}"/>
              </a:ext>
            </a:extLst>
          </p:cNvPr>
          <p:cNvSpPr txBox="1"/>
          <p:nvPr/>
        </p:nvSpPr>
        <p:spPr>
          <a:xfrm>
            <a:off x="838199" y="410965"/>
            <a:ext cx="10515601" cy="461665"/>
          </a:xfrm>
          <a:prstGeom prst="rect">
            <a:avLst/>
          </a:prstGeom>
          <a:noFill/>
        </p:spPr>
        <p:txBody>
          <a:bodyPr wrap="square" rtlCol="0">
            <a:spAutoFit/>
          </a:bodyPr>
          <a:lstStyle/>
          <a:p>
            <a:r>
              <a:rPr lang="en-US" sz="2400" b="1" dirty="0">
                <a:latin typeface="Times New Roman" panose="02020603050405020304" pitchFamily="18" charset="0"/>
              </a:rPr>
              <a:t>OUTPUT</a:t>
            </a:r>
            <a:endParaRPr lang="en-IN" sz="2400" b="1" dirty="0">
              <a:latin typeface="Times New Roman" panose="02020603050405020304" pitchFamily="18" charset="0"/>
            </a:endParaRPr>
          </a:p>
        </p:txBody>
      </p:sp>
    </p:spTree>
    <p:extLst>
      <p:ext uri="{BB962C8B-B14F-4D97-AF65-F5344CB8AC3E}">
        <p14:creationId xmlns:p14="http://schemas.microsoft.com/office/powerpoint/2010/main" val="21618845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443BBA-263A-66BC-8E52-A06C3C0A72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236278"/>
            <a:ext cx="10515600" cy="4976264"/>
          </a:xfrm>
          <a:prstGeom prst="rect">
            <a:avLst/>
          </a:prstGeom>
        </p:spPr>
      </p:pic>
      <p:sp>
        <p:nvSpPr>
          <p:cNvPr id="3" name="Date Placeholder 2">
            <a:extLst>
              <a:ext uri="{FF2B5EF4-FFF2-40B4-BE49-F238E27FC236}">
                <a16:creationId xmlns:a16="http://schemas.microsoft.com/office/drawing/2014/main" id="{3C6C81BA-0267-B90F-1338-AE7BF0F7F4E7}"/>
              </a:ext>
            </a:extLst>
          </p:cNvPr>
          <p:cNvSpPr>
            <a:spLocks noGrp="1"/>
          </p:cNvSpPr>
          <p:nvPr>
            <p:ph type="dt" sz="half" idx="10"/>
          </p:nvPr>
        </p:nvSpPr>
        <p:spPr/>
        <p:txBody>
          <a:bodyPr/>
          <a:lstStyle/>
          <a:p>
            <a:fld id="{53053D79-07BC-4AB3-81EE-ECFC50EC2230}" type="datetime1">
              <a:rPr lang="en-IN" smtClean="0">
                <a:latin typeface="Times New Roman" panose="02020603050405020304" pitchFamily="18" charset="0"/>
              </a:rPr>
              <a:t>04-05-2026</a:t>
            </a:fld>
            <a:endParaRPr lang="en-IN" dirty="0">
              <a:latin typeface="Times New Roman" panose="02020603050405020304" pitchFamily="18" charset="0"/>
            </a:endParaRPr>
          </a:p>
        </p:txBody>
      </p:sp>
      <p:sp>
        <p:nvSpPr>
          <p:cNvPr id="5" name="Footer Placeholder 4">
            <a:extLst>
              <a:ext uri="{FF2B5EF4-FFF2-40B4-BE49-F238E27FC236}">
                <a16:creationId xmlns:a16="http://schemas.microsoft.com/office/drawing/2014/main" id="{762679A3-D1FD-9ECA-785A-2CBFA1C1A995}"/>
              </a:ext>
            </a:extLst>
          </p:cNvPr>
          <p:cNvSpPr>
            <a:spLocks noGrp="1"/>
          </p:cNvSpPr>
          <p:nvPr>
            <p:ph type="ftr" sz="quarter" idx="11"/>
          </p:nvPr>
        </p:nvSpPr>
        <p:spPr/>
        <p:txBody>
          <a:bodyPr/>
          <a:lstStyle/>
          <a:p>
            <a:r>
              <a:rPr lang="en-IN" dirty="0">
                <a:latin typeface="Times New Roman" panose="02020603050405020304" pitchFamily="18" charset="0"/>
              </a:rPr>
              <a:t>Project Viva voce Examination</a:t>
            </a:r>
          </a:p>
        </p:txBody>
      </p:sp>
      <p:sp>
        <p:nvSpPr>
          <p:cNvPr id="6" name="Slide Number Placeholder 5">
            <a:extLst>
              <a:ext uri="{FF2B5EF4-FFF2-40B4-BE49-F238E27FC236}">
                <a16:creationId xmlns:a16="http://schemas.microsoft.com/office/drawing/2014/main" id="{1A323A1B-1F15-380E-E432-FD8B9670E6DC}"/>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rPr>
              <a:t>21</a:t>
            </a:fld>
            <a:endParaRPr lang="en-IN" dirty="0">
              <a:latin typeface="Times New Roman" panose="02020603050405020304" pitchFamily="18" charset="0"/>
            </a:endParaRPr>
          </a:p>
        </p:txBody>
      </p:sp>
      <p:sp>
        <p:nvSpPr>
          <p:cNvPr id="2" name="TextBox 1">
            <a:extLst>
              <a:ext uri="{FF2B5EF4-FFF2-40B4-BE49-F238E27FC236}">
                <a16:creationId xmlns:a16="http://schemas.microsoft.com/office/drawing/2014/main" id="{0E529B4C-CC77-FD69-2A6D-0BDB91592126}"/>
              </a:ext>
            </a:extLst>
          </p:cNvPr>
          <p:cNvSpPr txBox="1"/>
          <p:nvPr/>
        </p:nvSpPr>
        <p:spPr>
          <a:xfrm>
            <a:off x="838199" y="410965"/>
            <a:ext cx="10515601" cy="461665"/>
          </a:xfrm>
          <a:prstGeom prst="rect">
            <a:avLst/>
          </a:prstGeom>
          <a:noFill/>
        </p:spPr>
        <p:txBody>
          <a:bodyPr wrap="square" rtlCol="0">
            <a:spAutoFit/>
          </a:bodyPr>
          <a:lstStyle/>
          <a:p>
            <a:r>
              <a:rPr lang="en-US" sz="2400" b="1" dirty="0">
                <a:latin typeface="Times New Roman" panose="02020603050405020304" pitchFamily="18" charset="0"/>
              </a:rPr>
              <a:t>OUTPUT(Cont.)</a:t>
            </a:r>
            <a:endParaRPr lang="en-IN" sz="2400" b="1" dirty="0">
              <a:latin typeface="Times New Roman" panose="02020603050405020304" pitchFamily="18" charset="0"/>
            </a:endParaRPr>
          </a:p>
        </p:txBody>
      </p:sp>
    </p:spTree>
    <p:extLst>
      <p:ext uri="{BB962C8B-B14F-4D97-AF65-F5344CB8AC3E}">
        <p14:creationId xmlns:p14="http://schemas.microsoft.com/office/powerpoint/2010/main" val="930005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D5BFF0F-095D-77AC-9953-111B3973DCD1}"/>
              </a:ext>
            </a:extLst>
          </p:cNvPr>
          <p:cNvSpPr txBox="1"/>
          <p:nvPr/>
        </p:nvSpPr>
        <p:spPr>
          <a:xfrm>
            <a:off x="838200" y="1074509"/>
            <a:ext cx="10515600" cy="4653646"/>
          </a:xfrm>
          <a:prstGeom prst="rect">
            <a:avLst/>
          </a:prstGeom>
          <a:noFill/>
        </p:spPr>
        <p:txBody>
          <a:bodyPr wrap="square">
            <a:spAutoFit/>
          </a:bodyPr>
          <a:lstStyle/>
          <a:p>
            <a:pPr algn="just">
              <a:lnSpc>
                <a:spcPct val="150000"/>
              </a:lnSpc>
            </a:pPr>
            <a:r>
              <a:rPr lang="en-IN" sz="2000" b="1" dirty="0"/>
              <a:t>Core Project References</a:t>
            </a:r>
            <a:endParaRPr lang="en-US" sz="20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Gondal, F. K. (2021): "Mobile Agent (MA) Based Intrusion Detection Systems (IDS): A Systematic Review," Innovative Computing Review.</a:t>
            </a:r>
          </a:p>
          <a:p>
            <a:pPr marL="285750" indent="-285750" algn="just">
              <a:lnSpc>
                <a:spcPct val="15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Maskat</a:t>
            </a:r>
            <a:r>
              <a:rPr lang="en-US" sz="2000" dirty="0">
                <a:latin typeface="Times New Roman" panose="02020603050405020304" pitchFamily="18" charset="0"/>
                <a:cs typeface="Times New Roman" panose="02020603050405020304" pitchFamily="18" charset="0"/>
              </a:rPr>
              <a:t>, K., et al. (2022): "Using Agent-Based SNORT in Intrusion Detection Systems," Journal of Computer Science and Engineering.</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Gupta, A., &amp; Sharma, L. S. (2022): "A Novel Approach for Detecting SQL Injection Attacks Using Snort Rules," Journal of The Institution of Engineers (India).</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PubMed Central (2022): "A novel hybrid-based approach of Snort Automatic Rule Generator and Security Event Correlation (SARG-SEC)".</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Scirp.org (2016): "General Study of Mobile Agent Based Intrusion Detection System (IDS)."</a:t>
            </a:r>
            <a:endParaRPr lang="en-IN" sz="200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EBDB35F6-1CF4-C726-9280-EBDB21C63A53}"/>
              </a:ext>
            </a:extLst>
          </p:cNvPr>
          <p:cNvSpPr>
            <a:spLocks noGrp="1"/>
          </p:cNvSpPr>
          <p:nvPr>
            <p:ph type="dt" sz="half" idx="10"/>
          </p:nvPr>
        </p:nvSpPr>
        <p:spPr/>
        <p:txBody>
          <a:bodyPr/>
          <a:lstStyle/>
          <a:p>
            <a:fld id="{C177D551-DD65-49C8-B256-69E3A744F43F}" type="datetime1">
              <a:rPr lang="en-IN" smtClean="0">
                <a:latin typeface="Times New Roman" panose="02020603050405020304" pitchFamily="18" charset="0"/>
              </a:rPr>
              <a:t>04-05-2026</a:t>
            </a:fld>
            <a:endParaRPr lang="en-IN" dirty="0">
              <a:latin typeface="Times New Roman" panose="02020603050405020304" pitchFamily="18" charset="0"/>
            </a:endParaRPr>
          </a:p>
        </p:txBody>
      </p:sp>
      <p:sp>
        <p:nvSpPr>
          <p:cNvPr id="5" name="Footer Placeholder 4">
            <a:extLst>
              <a:ext uri="{FF2B5EF4-FFF2-40B4-BE49-F238E27FC236}">
                <a16:creationId xmlns:a16="http://schemas.microsoft.com/office/drawing/2014/main" id="{1D326044-3831-52B5-DA85-9EA7537032C9}"/>
              </a:ext>
            </a:extLst>
          </p:cNvPr>
          <p:cNvSpPr>
            <a:spLocks noGrp="1"/>
          </p:cNvSpPr>
          <p:nvPr>
            <p:ph type="ftr" sz="quarter" idx="11"/>
          </p:nvPr>
        </p:nvSpPr>
        <p:spPr/>
        <p:txBody>
          <a:bodyPr/>
          <a:lstStyle/>
          <a:p>
            <a:r>
              <a:rPr lang="en-IN">
                <a:latin typeface="Times New Roman" panose="02020603050405020304" pitchFamily="18" charset="0"/>
              </a:rPr>
              <a:t>Project Viva voce Examination</a:t>
            </a:r>
            <a:endParaRPr lang="en-IN" dirty="0">
              <a:latin typeface="Times New Roman" panose="02020603050405020304" pitchFamily="18" charset="0"/>
            </a:endParaRPr>
          </a:p>
        </p:txBody>
      </p:sp>
      <p:sp>
        <p:nvSpPr>
          <p:cNvPr id="6" name="Slide Number Placeholder 5">
            <a:extLst>
              <a:ext uri="{FF2B5EF4-FFF2-40B4-BE49-F238E27FC236}">
                <a16:creationId xmlns:a16="http://schemas.microsoft.com/office/drawing/2014/main" id="{83D34A6A-DED6-7DF3-A0B8-5007329B60B6}"/>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rPr>
              <a:t>22</a:t>
            </a:fld>
            <a:endParaRPr lang="en-IN" dirty="0">
              <a:latin typeface="Times New Roman" panose="02020603050405020304" pitchFamily="18" charset="0"/>
            </a:endParaRPr>
          </a:p>
        </p:txBody>
      </p:sp>
      <p:sp>
        <p:nvSpPr>
          <p:cNvPr id="2" name="TextBox 1">
            <a:extLst>
              <a:ext uri="{FF2B5EF4-FFF2-40B4-BE49-F238E27FC236}">
                <a16:creationId xmlns:a16="http://schemas.microsoft.com/office/drawing/2014/main" id="{9A59D0EB-C096-AD63-E89E-9C415E2BA3E4}"/>
              </a:ext>
            </a:extLst>
          </p:cNvPr>
          <p:cNvSpPr txBox="1"/>
          <p:nvPr/>
        </p:nvSpPr>
        <p:spPr>
          <a:xfrm>
            <a:off x="613610" y="446314"/>
            <a:ext cx="10515601" cy="461665"/>
          </a:xfrm>
          <a:prstGeom prst="rect">
            <a:avLst/>
          </a:prstGeom>
          <a:noFill/>
        </p:spPr>
        <p:txBody>
          <a:bodyPr wrap="square" rtlCol="0">
            <a:spAutoFit/>
          </a:bodyPr>
          <a:lstStyle/>
          <a:p>
            <a:r>
              <a:rPr lang="en-US" sz="2400" b="1" dirty="0">
                <a:latin typeface="Times New Roman" panose="02020603050405020304" pitchFamily="18" charset="0"/>
              </a:rPr>
              <a:t>REFERENCES</a:t>
            </a:r>
            <a:endParaRPr lang="en-IN" sz="2400" b="1" dirty="0">
              <a:latin typeface="Times New Roman" panose="02020603050405020304" pitchFamily="18" charset="0"/>
            </a:endParaRPr>
          </a:p>
        </p:txBody>
      </p:sp>
    </p:spTree>
    <p:extLst>
      <p:ext uri="{BB962C8B-B14F-4D97-AF65-F5344CB8AC3E}">
        <p14:creationId xmlns:p14="http://schemas.microsoft.com/office/powerpoint/2010/main" val="8917627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6A821B-7BDA-D4DC-8E5F-1808AEF4869E}"/>
              </a:ext>
            </a:extLst>
          </p:cNvPr>
          <p:cNvSpPr>
            <a:spLocks noGrp="1"/>
          </p:cNvSpPr>
          <p:nvPr>
            <p:ph type="dt" sz="half" idx="10"/>
          </p:nvPr>
        </p:nvSpPr>
        <p:spPr/>
        <p:txBody>
          <a:bodyPr/>
          <a:lstStyle/>
          <a:p>
            <a:fld id="{DB342DCA-C736-47D2-A254-542149B8B8D1}" type="datetime1">
              <a:rPr lang="en-IN" smtClean="0"/>
              <a:t>04-05-2026</a:t>
            </a:fld>
            <a:endParaRPr lang="en-IN" dirty="0"/>
          </a:p>
        </p:txBody>
      </p:sp>
      <p:sp>
        <p:nvSpPr>
          <p:cNvPr id="3" name="Footer Placeholder 2">
            <a:extLst>
              <a:ext uri="{FF2B5EF4-FFF2-40B4-BE49-F238E27FC236}">
                <a16:creationId xmlns:a16="http://schemas.microsoft.com/office/drawing/2014/main" id="{4CE99009-1C66-416B-751B-D7E528CE4421}"/>
              </a:ext>
            </a:extLst>
          </p:cNvPr>
          <p:cNvSpPr>
            <a:spLocks noGrp="1"/>
          </p:cNvSpPr>
          <p:nvPr>
            <p:ph type="ftr" sz="quarter" idx="11"/>
          </p:nvPr>
        </p:nvSpPr>
        <p:spPr/>
        <p:txBody>
          <a:bodyPr/>
          <a:lstStyle/>
          <a:p>
            <a:r>
              <a:rPr lang="en-IN"/>
              <a:t>Project Viva voce Examination</a:t>
            </a:r>
            <a:endParaRPr lang="en-IN" dirty="0"/>
          </a:p>
        </p:txBody>
      </p:sp>
      <p:sp>
        <p:nvSpPr>
          <p:cNvPr id="4" name="Slide Number Placeholder 3">
            <a:extLst>
              <a:ext uri="{FF2B5EF4-FFF2-40B4-BE49-F238E27FC236}">
                <a16:creationId xmlns:a16="http://schemas.microsoft.com/office/drawing/2014/main" id="{F9833EC0-BCFB-631D-B073-228A86180F0E}"/>
              </a:ext>
            </a:extLst>
          </p:cNvPr>
          <p:cNvSpPr>
            <a:spLocks noGrp="1"/>
          </p:cNvSpPr>
          <p:nvPr>
            <p:ph type="sldNum" sz="quarter" idx="12"/>
          </p:nvPr>
        </p:nvSpPr>
        <p:spPr/>
        <p:txBody>
          <a:bodyPr/>
          <a:lstStyle/>
          <a:p>
            <a:fld id="{8CA87A9D-18A1-46CA-A0E8-ED18A288660F}" type="slidenum">
              <a:rPr lang="en-IN" smtClean="0"/>
              <a:t>23</a:t>
            </a:fld>
            <a:endParaRPr lang="en-IN" dirty="0"/>
          </a:p>
        </p:txBody>
      </p:sp>
      <p:sp>
        <p:nvSpPr>
          <p:cNvPr id="5" name="TextBox 4">
            <a:extLst>
              <a:ext uri="{FF2B5EF4-FFF2-40B4-BE49-F238E27FC236}">
                <a16:creationId xmlns:a16="http://schemas.microsoft.com/office/drawing/2014/main" id="{B739C999-7BE9-D7DF-7C78-22CE9B2C4D27}"/>
              </a:ext>
            </a:extLst>
          </p:cNvPr>
          <p:cNvSpPr txBox="1"/>
          <p:nvPr/>
        </p:nvSpPr>
        <p:spPr>
          <a:xfrm>
            <a:off x="677778" y="446314"/>
            <a:ext cx="10515601" cy="461665"/>
          </a:xfrm>
          <a:prstGeom prst="rect">
            <a:avLst/>
          </a:prstGeom>
          <a:noFill/>
        </p:spPr>
        <p:txBody>
          <a:bodyPr wrap="square" rtlCol="0">
            <a:spAutoFit/>
          </a:bodyPr>
          <a:lstStyle/>
          <a:p>
            <a:r>
              <a:rPr lang="en-US" sz="2400" b="1" dirty="0">
                <a:latin typeface="Times New Roman" panose="02020603050405020304" pitchFamily="18" charset="0"/>
              </a:rPr>
              <a:t>REFERENCES</a:t>
            </a:r>
            <a:r>
              <a:rPr lang="en-US" sz="2400" dirty="0">
                <a:latin typeface="Times New Roman" panose="02020603050405020304" pitchFamily="18" charset="0"/>
              </a:rPr>
              <a:t>(</a:t>
            </a:r>
            <a:r>
              <a:rPr lang="en-US" sz="2400" b="1" dirty="0">
                <a:latin typeface="Times New Roman" panose="02020603050405020304" pitchFamily="18" charset="0"/>
              </a:rPr>
              <a:t>Cont</a:t>
            </a:r>
            <a:r>
              <a:rPr lang="en-US" sz="2400" dirty="0">
                <a:latin typeface="Times New Roman" panose="02020603050405020304" pitchFamily="18" charset="0"/>
              </a:rPr>
              <a:t>.)</a:t>
            </a:r>
            <a:endParaRPr lang="en-IN" sz="2400" dirty="0">
              <a:latin typeface="Times New Roman" panose="02020603050405020304" pitchFamily="18" charset="0"/>
            </a:endParaRPr>
          </a:p>
        </p:txBody>
      </p:sp>
      <p:sp>
        <p:nvSpPr>
          <p:cNvPr id="7" name="TextBox 6">
            <a:extLst>
              <a:ext uri="{FF2B5EF4-FFF2-40B4-BE49-F238E27FC236}">
                <a16:creationId xmlns:a16="http://schemas.microsoft.com/office/drawing/2014/main" id="{4A9086B8-3946-E6CB-0000-27A2C69D0D64}"/>
              </a:ext>
            </a:extLst>
          </p:cNvPr>
          <p:cNvSpPr txBox="1"/>
          <p:nvPr/>
        </p:nvSpPr>
        <p:spPr>
          <a:xfrm>
            <a:off x="838200" y="1074509"/>
            <a:ext cx="10515600" cy="5115311"/>
          </a:xfrm>
          <a:prstGeom prst="rect">
            <a:avLst/>
          </a:prstGeom>
          <a:noFill/>
        </p:spPr>
        <p:txBody>
          <a:bodyPr wrap="square">
            <a:spAutoFit/>
          </a:bodyPr>
          <a:lstStyle/>
          <a:p>
            <a:pPr algn="just" eaLnBrk="0" fontAlgn="base" hangingPunct="0">
              <a:lnSpc>
                <a:spcPct val="150000"/>
              </a:lnSpc>
            </a:pPr>
            <a:r>
              <a:rPr lang="en-US" sz="2000" b="1" dirty="0">
                <a:latin typeface="Times New Roman" panose="02020603050405020304" pitchFamily="18" charset="0"/>
                <a:cs typeface="Times New Roman" panose="02020603050405020304" pitchFamily="18" charset="0"/>
              </a:rPr>
              <a:t>Technical &amp; Performance References</a:t>
            </a:r>
          </a:p>
          <a:p>
            <a:pPr marL="342900" indent="-342900" algn="just" eaLnBrk="0" fontAlgn="base" hangingPunct="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MDPI Applied Sciences (2021): "Optimization of an AI-Based Network Protection System: Achieving 0.2 </a:t>
            </a:r>
            <a:r>
              <a:rPr lang="en-US" sz="2000" dirty="0" err="1">
                <a:latin typeface="Times New Roman" panose="02020603050405020304" pitchFamily="18" charset="0"/>
                <a:cs typeface="Times New Roman" panose="02020603050405020304" pitchFamily="18" charset="0"/>
              </a:rPr>
              <a:t>ms</a:t>
            </a:r>
            <a:r>
              <a:rPr lang="en-US" sz="2000" dirty="0">
                <a:latin typeface="Times New Roman" panose="02020603050405020304" pitchFamily="18" charset="0"/>
                <a:cs typeface="Times New Roman" panose="02020603050405020304" pitchFamily="18" charset="0"/>
              </a:rPr>
              <a:t> Average Latency".</a:t>
            </a:r>
            <a:endParaRPr lang="en-IN" sz="2000" dirty="0">
              <a:latin typeface="Times New Roman" panose="02020603050405020304" pitchFamily="18" charset="0"/>
              <a:cs typeface="Times New Roman" panose="02020603050405020304" pitchFamily="18" charset="0"/>
            </a:endParaRPr>
          </a:p>
          <a:p>
            <a:pPr marL="342900" indent="-342900" algn="just" eaLnBrk="0" fontAlgn="base" hangingPunct="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IEEE Xplore (2024): "Research on the Application of Distributed Intrusion Detection System in Campus Network."</a:t>
            </a:r>
            <a:endParaRPr lang="en-IN" sz="2000" dirty="0">
              <a:latin typeface="Times New Roman" panose="02020603050405020304" pitchFamily="18" charset="0"/>
              <a:cs typeface="Times New Roman" panose="02020603050405020304" pitchFamily="18" charset="0"/>
            </a:endParaRPr>
          </a:p>
          <a:p>
            <a:pPr marL="342900" indent="-342900" algn="just" eaLnBrk="0" fontAlgn="base" hangingPunct="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Carleton Computer Security Lab: "An Examination of Pattern Matching Algorithms (Aho-</a:t>
            </a:r>
            <a:r>
              <a:rPr lang="en-US" sz="2000" dirty="0" err="1">
                <a:latin typeface="Times New Roman" panose="02020603050405020304" pitchFamily="18" charset="0"/>
                <a:cs typeface="Times New Roman" panose="02020603050405020304" pitchFamily="18" charset="0"/>
              </a:rPr>
              <a:t>Corasick</a:t>
            </a:r>
            <a:r>
              <a:rPr lang="en-US" sz="2000" dirty="0">
                <a:latin typeface="Times New Roman" panose="02020603050405020304" pitchFamily="18" charset="0"/>
                <a:cs typeface="Times New Roman" panose="02020603050405020304" pitchFamily="18" charset="0"/>
              </a:rPr>
              <a:t>/Boyer-Moore) for IDS."</a:t>
            </a:r>
            <a:endParaRPr lang="en-IN" sz="2000" dirty="0">
              <a:latin typeface="Times New Roman" panose="02020603050405020304" pitchFamily="18" charset="0"/>
              <a:cs typeface="Times New Roman" panose="02020603050405020304" pitchFamily="18" charset="0"/>
            </a:endParaRPr>
          </a:p>
          <a:p>
            <a:pPr marL="342900" indent="-342900" algn="just" eaLnBrk="0" fontAlgn="base" hangingPunct="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Shaladi, T. A. H., et al. (2025): "Forest Tree AI-SDN Firewall: A Hierarchical Architecture for Adaptive Network Security."</a:t>
            </a:r>
            <a:endParaRPr lang="en-IN" sz="2000" dirty="0">
              <a:latin typeface="Times New Roman" panose="02020603050405020304" pitchFamily="18" charset="0"/>
              <a:cs typeface="Times New Roman" panose="02020603050405020304" pitchFamily="18" charset="0"/>
            </a:endParaRPr>
          </a:p>
          <a:p>
            <a:pPr marL="342900" indent="-342900" algn="just" eaLnBrk="0" fontAlgn="base" hangingPunct="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ResearchGate (2022): "Automatic Generation of Snort Content Rule for Network Traffic Analysis."</a:t>
            </a:r>
            <a:endParaRPr lang="en-IN"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6553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596CA4-C7A0-0905-6C63-1CC01B69C2BE}"/>
              </a:ext>
            </a:extLst>
          </p:cNvPr>
          <p:cNvSpPr>
            <a:spLocks noGrp="1"/>
          </p:cNvSpPr>
          <p:nvPr>
            <p:ph type="dt" sz="half" idx="10"/>
          </p:nvPr>
        </p:nvSpPr>
        <p:spPr/>
        <p:txBody>
          <a:bodyPr/>
          <a:lstStyle/>
          <a:p>
            <a:fld id="{DB342DCA-C736-47D2-A254-542149B8B8D1}" type="datetime1">
              <a:rPr lang="en-IN" smtClean="0">
                <a:latin typeface="Times New Roman" panose="02020603050405020304" pitchFamily="18" charset="0"/>
              </a:rPr>
              <a:t>04-05-2026</a:t>
            </a:fld>
            <a:endParaRPr lang="en-IN" dirty="0">
              <a:latin typeface="Times New Roman" panose="02020603050405020304" pitchFamily="18" charset="0"/>
            </a:endParaRPr>
          </a:p>
        </p:txBody>
      </p:sp>
      <p:sp>
        <p:nvSpPr>
          <p:cNvPr id="3" name="Footer Placeholder 2">
            <a:extLst>
              <a:ext uri="{FF2B5EF4-FFF2-40B4-BE49-F238E27FC236}">
                <a16:creationId xmlns:a16="http://schemas.microsoft.com/office/drawing/2014/main" id="{29A2440A-6548-7B8B-E0E9-E09EC70FB37C}"/>
              </a:ext>
            </a:extLst>
          </p:cNvPr>
          <p:cNvSpPr>
            <a:spLocks noGrp="1"/>
          </p:cNvSpPr>
          <p:nvPr>
            <p:ph type="ftr" sz="quarter" idx="11"/>
          </p:nvPr>
        </p:nvSpPr>
        <p:spPr/>
        <p:txBody>
          <a:bodyPr/>
          <a:lstStyle/>
          <a:p>
            <a:r>
              <a:rPr lang="en-IN">
                <a:latin typeface="Times New Roman" panose="02020603050405020304" pitchFamily="18" charset="0"/>
              </a:rPr>
              <a:t>Project Viva voce Examination</a:t>
            </a:r>
            <a:endParaRPr lang="en-IN" dirty="0">
              <a:latin typeface="Times New Roman" panose="02020603050405020304" pitchFamily="18" charset="0"/>
            </a:endParaRPr>
          </a:p>
        </p:txBody>
      </p:sp>
      <p:sp>
        <p:nvSpPr>
          <p:cNvPr id="4" name="Slide Number Placeholder 3">
            <a:extLst>
              <a:ext uri="{FF2B5EF4-FFF2-40B4-BE49-F238E27FC236}">
                <a16:creationId xmlns:a16="http://schemas.microsoft.com/office/drawing/2014/main" id="{D57593BA-7FC3-AB0F-16FF-101D10786A60}"/>
              </a:ext>
            </a:extLst>
          </p:cNvPr>
          <p:cNvSpPr>
            <a:spLocks noGrp="1"/>
          </p:cNvSpPr>
          <p:nvPr>
            <p:ph type="sldNum" sz="quarter" idx="12"/>
          </p:nvPr>
        </p:nvSpPr>
        <p:spPr/>
        <p:txBody>
          <a:bodyPr/>
          <a:lstStyle/>
          <a:p>
            <a:fld id="{8CA87A9D-18A1-46CA-A0E8-ED18A288660F}" type="slidenum">
              <a:rPr lang="en-IN" smtClean="0">
                <a:latin typeface="Times New Roman" panose="02020603050405020304" pitchFamily="18" charset="0"/>
              </a:rPr>
              <a:t>24</a:t>
            </a:fld>
            <a:endParaRPr lang="en-IN" dirty="0">
              <a:latin typeface="Times New Roman" panose="02020603050405020304" pitchFamily="18" charset="0"/>
            </a:endParaRPr>
          </a:p>
        </p:txBody>
      </p:sp>
      <p:sp>
        <p:nvSpPr>
          <p:cNvPr id="5" name="TextBox 4">
            <a:extLst>
              <a:ext uri="{FF2B5EF4-FFF2-40B4-BE49-F238E27FC236}">
                <a16:creationId xmlns:a16="http://schemas.microsoft.com/office/drawing/2014/main" id="{19AB49A9-DE96-DE4F-0270-5D55182F5D89}"/>
              </a:ext>
            </a:extLst>
          </p:cNvPr>
          <p:cNvSpPr txBox="1"/>
          <p:nvPr/>
        </p:nvSpPr>
        <p:spPr>
          <a:xfrm>
            <a:off x="838199" y="410965"/>
            <a:ext cx="10515601" cy="461665"/>
          </a:xfrm>
          <a:prstGeom prst="rect">
            <a:avLst/>
          </a:prstGeom>
          <a:noFill/>
        </p:spPr>
        <p:txBody>
          <a:bodyPr wrap="square" rtlCol="0">
            <a:spAutoFit/>
          </a:bodyPr>
          <a:lstStyle/>
          <a:p>
            <a:r>
              <a:rPr lang="en-US" sz="2400" b="1" dirty="0">
                <a:latin typeface="Times New Roman" panose="02020603050405020304" pitchFamily="18" charset="0"/>
              </a:rPr>
              <a:t>PUBLICATION</a:t>
            </a:r>
            <a:endParaRPr lang="en-IN" sz="2400" b="1" dirty="0">
              <a:latin typeface="Times New Roman" panose="02020603050405020304" pitchFamily="18" charset="0"/>
            </a:endParaRPr>
          </a:p>
        </p:txBody>
      </p:sp>
      <p:sp>
        <p:nvSpPr>
          <p:cNvPr id="6" name="TextBox 5">
            <a:extLst>
              <a:ext uri="{FF2B5EF4-FFF2-40B4-BE49-F238E27FC236}">
                <a16:creationId xmlns:a16="http://schemas.microsoft.com/office/drawing/2014/main" id="{9EA59464-1A82-A7E9-31F5-8087D5324181}"/>
              </a:ext>
            </a:extLst>
          </p:cNvPr>
          <p:cNvSpPr txBox="1"/>
          <p:nvPr/>
        </p:nvSpPr>
        <p:spPr>
          <a:xfrm>
            <a:off x="1058779" y="1106905"/>
            <a:ext cx="10295021" cy="960328"/>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Sakthi Kumaran.N, </a:t>
            </a:r>
            <a:r>
              <a:rPr lang="en-US" sz="2000" dirty="0" err="1">
                <a:latin typeface="Times New Roman" panose="02020603050405020304" pitchFamily="18" charset="0"/>
                <a:cs typeface="Times New Roman" panose="02020603050405020304" pitchFamily="18" charset="0"/>
              </a:rPr>
              <a:t>Kaushik.K</a:t>
            </a:r>
            <a:r>
              <a:rPr lang="en-US" sz="2000" dirty="0">
                <a:latin typeface="Times New Roman" panose="02020603050405020304" pitchFamily="18" charset="0"/>
                <a:cs typeface="Times New Roman" panose="02020603050405020304" pitchFamily="18" charset="0"/>
              </a:rPr>
              <a:t>, “Agent Based Blocking And Response, Intrusion Detection Using Signature”, International Conference on Engineering, Science and Technology, 2026</a:t>
            </a:r>
          </a:p>
        </p:txBody>
      </p:sp>
    </p:spTree>
    <p:extLst>
      <p:ext uri="{BB962C8B-B14F-4D97-AF65-F5344CB8AC3E}">
        <p14:creationId xmlns:p14="http://schemas.microsoft.com/office/powerpoint/2010/main" val="4289082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DFEA11-B103-0EEA-AF98-B8EEAA1D4357}"/>
              </a:ext>
            </a:extLst>
          </p:cNvPr>
          <p:cNvSpPr txBox="1"/>
          <p:nvPr/>
        </p:nvSpPr>
        <p:spPr>
          <a:xfrm>
            <a:off x="838199" y="3198167"/>
            <a:ext cx="10515601"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THANK YOU</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363998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6866</TotalTime>
  <Words>1873</Words>
  <Application>Microsoft Office PowerPoint</Application>
  <PresentationFormat>Widescreen</PresentationFormat>
  <Paragraphs>287</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Arial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Sakthi Kumaran.N</dc:creator>
  <cp:lastModifiedBy>Sakthi Kumaran.N</cp:lastModifiedBy>
  <cp:revision>1</cp:revision>
  <dcterms:created xsi:type="dcterms:W3CDTF">2026-03-17T12:31:44Z</dcterms:created>
  <dcterms:modified xsi:type="dcterms:W3CDTF">2026-05-04T07:04:25Z</dcterms:modified>
</cp:coreProperties>
</file>